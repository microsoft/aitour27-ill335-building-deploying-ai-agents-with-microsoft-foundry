
<file path=[Content_Types].xml><?xml version="1.0" encoding="utf-8"?>
<Types xmlns="http://schemas.openxmlformats.org/package/2006/content-types">
  <Default Extension="emf" ContentType="image/x-emf"/>
  <Default Extension="jpeg" ContentType="image/jpeg"/>
  <Default Extension="jpg" ContentType="image/jpe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3" r:id="rId4"/>
  </p:sldMasterIdLst>
  <p:notesMasterIdLst>
    <p:notesMasterId r:id="rId16"/>
  </p:notesMasterIdLst>
  <p:sldIdLst>
    <p:sldId id="2147479559" r:id="rId5"/>
    <p:sldId id="2147479560" r:id="rId6"/>
    <p:sldId id="2147479561" r:id="rId7"/>
    <p:sldId id="2147479562" r:id="rId8"/>
    <p:sldId id="2147479563" r:id="rId9"/>
    <p:sldId id="2147479564" r:id="rId10"/>
    <p:sldId id="2147479565" r:id="rId11"/>
    <p:sldId id="2147479566" r:id="rId12"/>
    <p:sldId id="2147479567" r:id="rId13"/>
    <p:sldId id="2147479568" r:id="rId14"/>
    <p:sldId id="2147479569" r:id="rId1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CDB9E31-040D-4270-B229-C0CC7DDB7C14}" v="13" dt="2026-09-10T19:38:13.56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60047" autoAdjust="0"/>
  </p:normalViewPr>
  <p:slideViewPr>
    <p:cSldViewPr snapToGrid="0">
      <p:cViewPr varScale="1">
        <p:scale>
          <a:sx n="80" d="100"/>
          <a:sy n="80" d="100"/>
        </p:scale>
        <p:origin x="2431" y="45"/>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viewProps" Target="viewProps.xml"/><Relationship Id="rId3" Type="http://schemas.openxmlformats.org/officeDocument/2006/relationships/customXml" Target="../customXml/item3.xml"/><Relationship Id="rId21" Type="http://schemas.microsoft.com/office/2016/11/relationships/changesInfo" Target="changesInfos/changesInfo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slide" Target="slides/slide11.xml"/><Relationship Id="rId10" Type="http://schemas.openxmlformats.org/officeDocument/2006/relationships/slide" Target="slides/slide6.xml"/><Relationship Id="rId19"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Lee Stott" userId="21b701d2-db71-4c1d-ba54-ca1f42606a9c" providerId="ADAL" clId="{13DF3D49-3B26-405A-89A0-19780A799DC2}"/>
    <pc:docChg chg="modSld">
      <pc:chgData name="Lee Stott" userId="21b701d2-db71-4c1d-ba54-ca1f42606a9c" providerId="ADAL" clId="{13DF3D49-3B26-405A-89A0-19780A799DC2}" dt="2026-09-10T19:38:13.560" v="12" actId="20577"/>
      <pc:docMkLst>
        <pc:docMk/>
      </pc:docMkLst>
      <pc:sldChg chg="modSp">
        <pc:chgData name="Lee Stott" userId="21b701d2-db71-4c1d-ba54-ca1f42606a9c" providerId="ADAL" clId="{13DF3D49-3B26-405A-89A0-19780A799DC2}" dt="2026-09-10T19:38:13.560" v="12" actId="20577"/>
        <pc:sldMkLst>
          <pc:docMk/>
          <pc:sldMk cId="0" sldId="2147479565"/>
        </pc:sldMkLst>
        <pc:spChg chg="mod">
          <ac:chgData name="Lee Stott" userId="21b701d2-db71-4c1d-ba54-ca1f42606a9c" providerId="ADAL" clId="{13DF3D49-3B26-405A-89A0-19780A799DC2}" dt="2026-09-10T19:38:13.560" v="12" actId="20577"/>
          <ac:spMkLst>
            <pc:docMk/>
            <pc:sldMk cId="0" sldId="2147479565"/>
            <ac:spMk id="27"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F022060-2369-4BE7-AB6D-9267FEBA2BDD}" type="datetimeFigureOut">
              <a:rPr lang="en-US" smtClean="0"/>
              <a:t>9/10/2026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EAA6A36-79C2-4EC9-93EE-6F62DDC8ACE2}" type="slidenum">
              <a:rPr lang="en-US" smtClean="0"/>
              <a:t>‹#›</a:t>
            </a:fld>
            <a:endParaRPr lang="en-US"/>
          </a:p>
        </p:txBody>
      </p:sp>
    </p:spTree>
    <p:extLst>
      <p:ext uri="{BB962C8B-B14F-4D97-AF65-F5344CB8AC3E}">
        <p14:creationId xmlns:p14="http://schemas.microsoft.com/office/powerpoint/2010/main" val="246253865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a:t>
            </a:r>
          </a:p>
          <a:p>
            <a:r>
              <a:rPr lang="en-US"/>
              <a:t>Welcome the room while people settle. Confirm everyone can see the Skillable instructions panel and has their lab credentials. Keep this slide up for no more than 30 seconds.</a:t>
            </a:r>
          </a:p>
          <a:p>
            <a:r>
              <a:rPr lang="en-US"/>
              <a:t>Say: "Welcome to the Microsoft AI Tour. You're in ILL335 - Building and Deploying AI Agents with Microsoft Foundry."</a:t>
            </a:r>
          </a:p>
          <a:p>
            <a:r>
              <a:rPr lang="en-US"/>
              <a:t>ATTENDEE</a:t>
            </a:r>
          </a:p>
          <a:p>
            <a:r>
              <a:rPr lang="en-US"/>
              <a:t>You are in ILL335. This is a hands-on lab: you will write and deploy real code. Open your Skillable instructions panel now and log into the lab VM using the supplied credentials.</a:t>
            </a:r>
          </a:p>
        </p:txBody>
      </p:sp>
      <p:sp>
        <p:nvSpPr>
          <p:cNvPr id="4" name="Slide Number Placeholder 3"/>
          <p:cNvSpPr>
            <a:spLocks noGrp="1"/>
          </p:cNvSpPr>
          <p:nvPr>
            <p:ph type="sldNum" sz="quarter" idx="5"/>
          </p:nvPr>
        </p:nvSpPr>
        <p:spPr/>
        <p:txBody>
          <a:bodyPr/>
          <a:lstStyle/>
          <a:p>
            <a:fld id="{0EAA6A36-79C2-4EC9-93EE-6F62DDC8ACE2}" type="slidenum">
              <a:rPr lang="en-US" smtClean="0"/>
              <a:t>1</a:t>
            </a:fld>
            <a:endParaRPr lang="en-US"/>
          </a:p>
        </p:txBody>
      </p:sp>
    </p:spTree>
    <p:extLst>
      <p:ext uri="{BB962C8B-B14F-4D97-AF65-F5344CB8AC3E}">
        <p14:creationId xmlns:p14="http://schemas.microsoft.com/office/powerpoint/2010/main" val="10461746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a:t>
            </a:r>
          </a:p>
          <a:p>
            <a:r>
              <a:rPr lang="en-US"/>
              <a:t>Set expectations in five minutes, then get people into Lab 1. Frame the session: five short labs, an end-to-end developer workflow, checkpoints along the way. Say that Lab 5 is self-paced and can be finished after the session.</a:t>
            </a:r>
          </a:p>
          <a:p>
            <a:r>
              <a:rPr lang="en-US"/>
              <a:t>Timing: ~30 seconds on this slide.</a:t>
            </a:r>
          </a:p>
          <a:p>
            <a:r>
              <a:rPr lang="en-US"/>
              <a:t>ATTENDEE</a:t>
            </a:r>
          </a:p>
          <a:p>
            <a:r>
              <a:rPr lang="en-US"/>
              <a:t>This short intro covers the scenario, the Foundry concepts you need, and how the live session runs. You will discover a model, verify your project, call it from Python, add governed JSON routing, and deploy a hosted agent.</a:t>
            </a:r>
          </a:p>
        </p:txBody>
      </p:sp>
      <p:sp>
        <p:nvSpPr>
          <p:cNvPr id="4" name="Slide Number Placeholder 3"/>
          <p:cNvSpPr>
            <a:spLocks noGrp="1"/>
          </p:cNvSpPr>
          <p:nvPr>
            <p:ph type="sldNum" sz="quarter" idx="5"/>
          </p:nvPr>
        </p:nvSpPr>
        <p:spPr/>
        <p:txBody>
          <a:bodyPr/>
          <a:lstStyle/>
          <a:p>
            <a:fld id="{0EAA6A36-79C2-4EC9-93EE-6F62DDC8ACE2}" type="slidenum">
              <a:rPr lang="en-US" smtClean="0"/>
              <a:t>2</a:t>
            </a:fld>
            <a:endParaRPr lang="en-US"/>
          </a:p>
        </p:txBody>
      </p:sp>
    </p:spTree>
    <p:extLst>
      <p:ext uri="{BB962C8B-B14F-4D97-AF65-F5344CB8AC3E}">
        <p14:creationId xmlns:p14="http://schemas.microsoft.com/office/powerpoint/2010/main" val="184131727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a:t>
            </a:r>
          </a:p>
          <a:p>
            <a:r>
              <a:rPr lang="en-US"/>
              <a:t>Ground the lab in the business problem before any tooling. Caldova is a fictional consumer-health company drowning in feedback across products and support channels. Emphasise the finish line: a managed hosted agent callable through the Responses API.</a:t>
            </a:r>
          </a:p>
          <a:p>
            <a:r>
              <a:rPr lang="en-US"/>
              <a:t>Stress the word "independently" - regulated signals are flagged for a human, never auto-resolved.</a:t>
            </a:r>
          </a:p>
          <a:p>
            <a:r>
              <a:rPr lang="en-US"/>
              <a:t>Timing: ~45 seconds.</a:t>
            </a:r>
          </a:p>
          <a:p>
            <a:r>
              <a:rPr lang="en-US"/>
              <a:t>ATTENDEE</a:t>
            </a:r>
          </a:p>
          <a:p>
            <a:r>
              <a:rPr lang="en-US"/>
              <a:t>Your role: an AI developer at Caldova. Your mission: classify sentiment, summarise topics, and flag regulated signals for human review. Your finish line: a hosted agent running on Foundry's managed runtime that your application can call through the Responses API.</a:t>
            </a:r>
          </a:p>
        </p:txBody>
      </p:sp>
      <p:sp>
        <p:nvSpPr>
          <p:cNvPr id="4" name="Slide Number Placeholder 3"/>
          <p:cNvSpPr>
            <a:spLocks noGrp="1"/>
          </p:cNvSpPr>
          <p:nvPr>
            <p:ph type="sldNum" sz="quarter" idx="5"/>
          </p:nvPr>
        </p:nvSpPr>
        <p:spPr/>
        <p:txBody>
          <a:bodyPr/>
          <a:lstStyle/>
          <a:p>
            <a:fld id="{0EAA6A36-79C2-4EC9-93EE-6F62DDC8ACE2}" type="slidenum">
              <a:rPr lang="en-US" smtClean="0"/>
              <a:t>3</a:t>
            </a:fld>
            <a:endParaRPr lang="en-US"/>
          </a:p>
        </p:txBody>
      </p:sp>
    </p:spTree>
    <p:extLst>
      <p:ext uri="{BB962C8B-B14F-4D97-AF65-F5344CB8AC3E}">
        <p14:creationId xmlns:p14="http://schemas.microsoft.com/office/powerpoint/2010/main" val="361681859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a:t>
            </a:r>
          </a:p>
          <a:p>
            <a:r>
              <a:rPr lang="en-US"/>
              <a:t>One slide, three verbs: Discover, Build, Deploy. Don't tour the portal here - the labs do that. Map each verb to what they will actually do: browse the model catalog, call the model with identity-based auth from Python, publish the agent to a managed runtime.</a:t>
            </a:r>
          </a:p>
          <a:p>
            <a:r>
              <a:rPr lang="en-US"/>
              <a:t>Timing: ~45 seconds.</a:t>
            </a:r>
          </a:p>
          <a:p>
            <a:r>
              <a:rPr lang="en-US"/>
              <a:t>ATTENDEE</a:t>
            </a:r>
          </a:p>
          <a:p>
            <a:r>
              <a:rPr lang="en-US"/>
              <a:t>Foundry is one place to find models and to build, evaluate, and deploy AI apps. In this lab you use all three: a hosted model, a governed Python app, and a hosted agent. Your code authenticates with your identity - no keys in source.</a:t>
            </a:r>
          </a:p>
        </p:txBody>
      </p:sp>
      <p:sp>
        <p:nvSpPr>
          <p:cNvPr id="4" name="Slide Number Placeholder 3"/>
          <p:cNvSpPr>
            <a:spLocks noGrp="1"/>
          </p:cNvSpPr>
          <p:nvPr>
            <p:ph type="sldNum" sz="quarter" idx="5"/>
          </p:nvPr>
        </p:nvSpPr>
        <p:spPr/>
        <p:txBody>
          <a:bodyPr/>
          <a:lstStyle/>
          <a:p>
            <a:fld id="{0EAA6A36-79C2-4EC9-93EE-6F62DDC8ACE2}" type="slidenum">
              <a:rPr lang="en-US" smtClean="0"/>
              <a:t>4</a:t>
            </a:fld>
            <a:endParaRPr lang="en-US"/>
          </a:p>
        </p:txBody>
      </p:sp>
    </p:spTree>
    <p:extLst>
      <p:ext uri="{BB962C8B-B14F-4D97-AF65-F5344CB8AC3E}">
        <p14:creationId xmlns:p14="http://schemas.microsoft.com/office/powerpoint/2010/main" val="51592031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a:t>
            </a:r>
          </a:p>
          <a:p>
            <a:r>
              <a:rPr lang="en-US"/>
              <a:t>These three terms come back in every lab, so make them stick. The most common confusion is deployment name versus catalog model name - call that out explicitly, because it is the top cause of errors later.</a:t>
            </a:r>
          </a:p>
          <a:p>
            <a:r>
              <a:rPr lang="en-US"/>
              <a:t>Timing: ~45 seconds.</a:t>
            </a:r>
          </a:p>
          <a:p>
            <a:r>
              <a:rPr lang="en-US"/>
              <a:t>ATTENDEE</a:t>
            </a:r>
          </a:p>
          <a:p>
            <a:r>
              <a:rPr lang="en-US"/>
              <a:t>Project = your workspace; it scopes deployments, connections, agents, and access. Model deployment = the callable instance; your code uses the deployment name, not the catalog model name. Hosted agent = your Python workflow running on Foundry's managed runtime behind the Responses API.</a:t>
            </a:r>
          </a:p>
        </p:txBody>
      </p:sp>
      <p:sp>
        <p:nvSpPr>
          <p:cNvPr id="4" name="Slide Number Placeholder 3"/>
          <p:cNvSpPr>
            <a:spLocks noGrp="1"/>
          </p:cNvSpPr>
          <p:nvPr>
            <p:ph type="sldNum" sz="quarter" idx="5"/>
          </p:nvPr>
        </p:nvSpPr>
        <p:spPr/>
        <p:txBody>
          <a:bodyPr/>
          <a:lstStyle/>
          <a:p>
            <a:fld id="{0EAA6A36-79C2-4EC9-93EE-6F62DDC8ACE2}" type="slidenum">
              <a:rPr lang="en-US" smtClean="0"/>
              <a:t>5</a:t>
            </a:fld>
            <a:endParaRPr lang="en-US"/>
          </a:p>
        </p:txBody>
      </p:sp>
    </p:spTree>
    <p:extLst>
      <p:ext uri="{BB962C8B-B14F-4D97-AF65-F5344CB8AC3E}">
        <p14:creationId xmlns:p14="http://schemas.microsoft.com/office/powerpoint/2010/main" val="177236491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a:t>
            </a:r>
          </a:p>
          <a:p>
            <a:r>
              <a:rPr lang="en-US"/>
              <a:t>Walk the five steps quickly so people know where they are at any moment. Tell them you will call out each step by number during the session. Note Lab 5 (model comparison) is a self-paced extension - nobody should feel behind if they don't reach it live.</a:t>
            </a:r>
          </a:p>
          <a:p>
            <a:r>
              <a:rPr lang="en-US"/>
              <a:t>Timing: ~30 seconds.</a:t>
            </a:r>
          </a:p>
          <a:p>
            <a:r>
              <a:rPr lang="en-US"/>
              <a:t>ATTENDEE</a:t>
            </a:r>
          </a:p>
          <a:p>
            <a:r>
              <a:rPr lang="en-US"/>
              <a:t>Five steps: 1 Discover a model in the catalog, 2 Verify your project and .env, 3 Connect via the Responses API, 4 Govern with structured JSON and routing rules, 5 Deploy a hosted agent. Lab 5 is optional and self-paced.</a:t>
            </a:r>
          </a:p>
        </p:txBody>
      </p:sp>
      <p:sp>
        <p:nvSpPr>
          <p:cNvPr id="4" name="Slide Number Placeholder 3"/>
          <p:cNvSpPr>
            <a:spLocks noGrp="1"/>
          </p:cNvSpPr>
          <p:nvPr>
            <p:ph type="sldNum" sz="quarter" idx="5"/>
          </p:nvPr>
        </p:nvSpPr>
        <p:spPr/>
        <p:txBody>
          <a:bodyPr/>
          <a:lstStyle/>
          <a:p>
            <a:fld id="{0EAA6A36-79C2-4EC9-93EE-6F62DDC8ACE2}" type="slidenum">
              <a:rPr lang="en-US" smtClean="0"/>
              <a:t>6</a:t>
            </a:fld>
            <a:endParaRPr lang="en-US"/>
          </a:p>
        </p:txBody>
      </p:sp>
    </p:spTree>
    <p:extLst>
      <p:ext uri="{BB962C8B-B14F-4D97-AF65-F5344CB8AC3E}">
        <p14:creationId xmlns:p14="http://schemas.microsoft.com/office/powerpoint/2010/main" val="232080465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a:t>
            </a:r>
          </a:p>
          <a:p>
            <a:r>
              <a:rPr lang="en-US"/>
              <a:t>This is the slide that prevents most support requests. Everything is pre-provisioned: VM, Azure credentials, configured .env with the project endpoint, gpt-5.4-mini deployed, VS Code with the Foundry Toolkit.</a:t>
            </a:r>
          </a:p>
          <a:p>
            <a:r>
              <a:rPr lang="en-US"/>
              <a:t>Demonstrate the keyboard / Type action in Skillable - typing credentials by hand is the number one cause of sign-in failures. Ask everyone to open the workspace folder and click Trust now.</a:t>
            </a:r>
          </a:p>
          <a:p>
            <a:r>
              <a:rPr lang="en-US"/>
              <a:t>Timing: ~60 seconds. Pause here until hands are down.</a:t>
            </a:r>
          </a:p>
          <a:p>
            <a:r>
              <a:rPr lang="en-US"/>
              <a:t>ATTENDEE</a:t>
            </a:r>
          </a:p>
          <a:p>
            <a:r>
              <a:rPr lang="en-US"/>
              <a:t>Start here: open C:\Users\LabUser\Desktop\AI-Tour-ILL335-main in VS Code and trust the workspace, then follow the Skillable instructions. Use the keyboard icon / Type action to enter supplied credentials instead of typing them. Your .env is already configured and gpt-5.4-mini is already deployed - don't recreate them.</a:t>
            </a:r>
          </a:p>
        </p:txBody>
      </p:sp>
      <p:sp>
        <p:nvSpPr>
          <p:cNvPr id="4" name="Slide Number Placeholder 3"/>
          <p:cNvSpPr>
            <a:spLocks noGrp="1"/>
          </p:cNvSpPr>
          <p:nvPr>
            <p:ph type="sldNum" sz="quarter" idx="5"/>
          </p:nvPr>
        </p:nvSpPr>
        <p:spPr/>
        <p:txBody>
          <a:bodyPr/>
          <a:lstStyle/>
          <a:p>
            <a:fld id="{0EAA6A36-79C2-4EC9-93EE-6F62DDC8ACE2}" type="slidenum">
              <a:rPr lang="en-US" smtClean="0"/>
              <a:t>7</a:t>
            </a:fld>
            <a:endParaRPr lang="en-US"/>
          </a:p>
        </p:txBody>
      </p:sp>
    </p:spTree>
    <p:extLst>
      <p:ext uri="{BB962C8B-B14F-4D97-AF65-F5344CB8AC3E}">
        <p14:creationId xmlns:p14="http://schemas.microsoft.com/office/powerpoint/2010/main" val="336809548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a:t>
            </a:r>
          </a:p>
          <a:p>
            <a:r>
              <a:rPr lang="en-US"/>
              <a:t>Show the shape of the pipeline before they build it, so the code makes sense. Land the final line hard: the model identifies signals, but your code makes the routing decision. That is the responsible-AI spine of the whole lab.</a:t>
            </a:r>
          </a:p>
          <a:p>
            <a:r>
              <a:rPr lang="en-US"/>
              <a:t>Timing: ~45 seconds.</a:t>
            </a:r>
          </a:p>
          <a:p>
            <a:r>
              <a:rPr lang="en-US"/>
              <a:t>ATTENDEE</a:t>
            </a:r>
          </a:p>
          <a:p>
            <a:r>
              <a:rPr lang="en-US"/>
              <a:t>What you build: consumer feedback in, a prompt with instructions and input, a call to gpt-5.4-mini, a structured JSON result, then a routing decision to human review or a dashboard. Deterministic code - not the model - decides where an item goes.</a:t>
            </a:r>
          </a:p>
        </p:txBody>
      </p:sp>
      <p:sp>
        <p:nvSpPr>
          <p:cNvPr id="4" name="Slide Number Placeholder 3"/>
          <p:cNvSpPr>
            <a:spLocks noGrp="1"/>
          </p:cNvSpPr>
          <p:nvPr>
            <p:ph type="sldNum" sz="quarter" idx="5"/>
          </p:nvPr>
        </p:nvSpPr>
        <p:spPr/>
        <p:txBody>
          <a:bodyPr/>
          <a:lstStyle/>
          <a:p>
            <a:fld id="{0EAA6A36-79C2-4EC9-93EE-6F62DDC8ACE2}" type="slidenum">
              <a:rPr lang="en-US" smtClean="0"/>
              <a:t>8</a:t>
            </a:fld>
            <a:endParaRPr lang="en-US"/>
          </a:p>
        </p:txBody>
      </p:sp>
    </p:spTree>
    <p:extLst>
      <p:ext uri="{BB962C8B-B14F-4D97-AF65-F5344CB8AC3E}">
        <p14:creationId xmlns:p14="http://schemas.microsoft.com/office/powerpoint/2010/main" val="29613654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a:t>
            </a:r>
          </a:p>
          <a:p>
            <a:r>
              <a:rPr lang="en-US"/>
              <a:t>Set the working rhythm. Ask attendees to keep Skillable and VS Code side by side. Name the five checkpoints out loud: validator PASS, inference output, valid JSON, local agent response, hosted status active - you will pause at each.</a:t>
            </a:r>
          </a:p>
          <a:p>
            <a:r>
              <a:rPr lang="en-US"/>
              <a:t>Ask proctors to stand and be visible. Reinforce the security rule: no passwords, tokens, or .env values in chat or code.</a:t>
            </a:r>
          </a:p>
          <a:p>
            <a:r>
              <a:rPr lang="en-US"/>
              <a:t>Timing: ~60 seconds.</a:t>
            </a:r>
          </a:p>
          <a:p>
            <a:r>
              <a:rPr lang="en-US"/>
              <a:t>ATTENDEE</a:t>
            </a:r>
          </a:p>
          <a:p>
            <a:r>
              <a:rPr lang="en-US"/>
              <a:t>Follow along and stop at each checkpoint. If your screen differs from the instructor's, raise your hand immediately - share the error text only, never credentials. Never paste passwords, tokens, or .env values into chat or source code.</a:t>
            </a:r>
          </a:p>
        </p:txBody>
      </p:sp>
      <p:sp>
        <p:nvSpPr>
          <p:cNvPr id="4" name="Slide Number Placeholder 3"/>
          <p:cNvSpPr>
            <a:spLocks noGrp="1"/>
          </p:cNvSpPr>
          <p:nvPr>
            <p:ph type="sldNum" sz="quarter" idx="5"/>
          </p:nvPr>
        </p:nvSpPr>
        <p:spPr/>
        <p:txBody>
          <a:bodyPr/>
          <a:lstStyle/>
          <a:p>
            <a:fld id="{0EAA6A36-79C2-4EC9-93EE-6F62DDC8ACE2}" type="slidenum">
              <a:rPr lang="en-US" smtClean="0"/>
              <a:t>9</a:t>
            </a:fld>
            <a:endParaRPr lang="en-US"/>
          </a:p>
        </p:txBody>
      </p:sp>
    </p:spTree>
    <p:extLst>
      <p:ext uri="{BB962C8B-B14F-4D97-AF65-F5344CB8AC3E}">
        <p14:creationId xmlns:p14="http://schemas.microsoft.com/office/powerpoint/2010/main" val="226554807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a:t>
            </a:r>
          </a:p>
          <a:p>
            <a:r>
              <a:rPr lang="en-US"/>
              <a:t>Slow down here. Define the three regulated categories in plain language and state the boundary: the application never determines causality, seriousness, diagnosis, or treatment. It detects and routes - a human decides.</a:t>
            </a:r>
          </a:p>
          <a:p>
            <a:r>
              <a:rPr lang="en-US"/>
              <a:t>Invite a question or two before moving to the close.</a:t>
            </a:r>
          </a:p>
          <a:p>
            <a:r>
              <a:rPr lang="en-US"/>
              <a:t>Timing: ~60 seconds.</a:t>
            </a:r>
          </a:p>
          <a:p>
            <a:r>
              <a:rPr lang="en-US"/>
              <a:t>ATTENDEE</a:t>
            </a:r>
          </a:p>
          <a:p>
            <a:r>
              <a:rPr lang="en-US"/>
              <a:t>Three regulated signals always go to a human: potential adverse event (a symptom or unwanted experience after use), product quality complaint (packaging, integrity, contamination, performance), and medical inquiry (diagnosis, treatment, dosage, or medical guidance). Your app flags and routes them - it never judges causality, seriousness, diagnosis, or treatment.</a:t>
            </a:r>
            <a:endParaRPr lang="en-US" dirty="0"/>
          </a:p>
        </p:txBody>
      </p:sp>
      <p:sp>
        <p:nvSpPr>
          <p:cNvPr id="4" name="Slide Number Placeholder 3"/>
          <p:cNvSpPr>
            <a:spLocks noGrp="1"/>
          </p:cNvSpPr>
          <p:nvPr>
            <p:ph type="sldNum" sz="quarter" idx="5"/>
          </p:nvPr>
        </p:nvSpPr>
        <p:spPr/>
        <p:txBody>
          <a:bodyPr/>
          <a:lstStyle/>
          <a:p>
            <a:fld id="{5ED937A9-DDE4-6640-9D78-29FADF5894C3}" type="slidenum">
              <a:rPr lang="en-US" smtClean="0"/>
              <a:t>10</a:t>
            </a:fld>
            <a:endParaRPr lang="en-US"/>
          </a:p>
        </p:txBody>
      </p:sp>
    </p:spTree>
    <p:extLst>
      <p:ext uri="{BB962C8B-B14F-4D97-AF65-F5344CB8AC3E}">
        <p14:creationId xmlns:p14="http://schemas.microsoft.com/office/powerpoint/2010/main" val="423679026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a:t>
            </a:r>
          </a:p>
          <a:p>
            <a:r>
              <a:rPr lang="en-US"/>
              <a:t>Hand off to hands-on time. Tell everyone to open the Foundry Toolkit in VS Code and begin Lab 1; proctors are circulating. Share the resource center and Discord links and mention Lab 5 can be completed later.</a:t>
            </a:r>
          </a:p>
          <a:p>
            <a:r>
              <a:rPr lang="en-US"/>
              <a:t>Timing: ~30 seconds, then start the labs.</a:t>
            </a:r>
          </a:p>
          <a:p>
            <a:r>
              <a:rPr lang="en-US"/>
              <a:t>ATTENDEE</a:t>
            </a:r>
          </a:p>
          <a:p>
            <a:r>
              <a:rPr lang="en-US"/>
              <a:t>Start Lab 1 now from the Foundry Toolkit in VS Code. Resources: aka.ms/aitour27-resource-center. Community and questions after the event: aka.ms/MicrosoftFoundryDiscord-AITour27.</a:t>
            </a:r>
          </a:p>
        </p:txBody>
      </p:sp>
      <p:sp>
        <p:nvSpPr>
          <p:cNvPr id="4" name="Slide Number Placeholder 3"/>
          <p:cNvSpPr>
            <a:spLocks noGrp="1"/>
          </p:cNvSpPr>
          <p:nvPr>
            <p:ph type="sldNum" sz="quarter" idx="5"/>
          </p:nvPr>
        </p:nvSpPr>
        <p:spPr/>
        <p:txBody>
          <a:bodyPr/>
          <a:lstStyle/>
          <a:p>
            <a:fld id="{0EAA6A36-79C2-4EC9-93EE-6F62DDC8ACE2}" type="slidenum">
              <a:rPr lang="en-US" smtClean="0"/>
              <a:t>11</a:t>
            </a:fld>
            <a:endParaRPr lang="en-US"/>
          </a:p>
        </p:txBody>
      </p:sp>
    </p:spTree>
    <p:extLst>
      <p:ext uri="{BB962C8B-B14F-4D97-AF65-F5344CB8AC3E}">
        <p14:creationId xmlns:p14="http://schemas.microsoft.com/office/powerpoint/2010/main" val="2788003124"/>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Walki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2" name="Freeform: Shape 11">
            <a:extLst>
              <a:ext uri="{FF2B5EF4-FFF2-40B4-BE49-F238E27FC236}">
                <a16:creationId xmlns:a16="http://schemas.microsoft.com/office/drawing/2014/main" id="{656F5673-27D5-8494-291A-0C7F83EDF46D}"/>
              </a:ext>
            </a:extLst>
          </p:cNvPr>
          <p:cNvSpPr/>
          <p:nvPr userDrawn="1"/>
        </p:nvSpPr>
        <p:spPr>
          <a:xfrm>
            <a:off x="536575" y="2458622"/>
            <a:ext cx="3865501" cy="1703804"/>
          </a:xfrm>
          <a:custGeom>
            <a:avLst/>
            <a:gdLst>
              <a:gd name="csX0" fmla="*/ 542449 w 3308032"/>
              <a:gd name="csY0" fmla="*/ 193548 h 1458087"/>
              <a:gd name="csX1" fmla="*/ 543401 w 3308032"/>
              <a:gd name="csY1" fmla="*/ 149066 h 1458087"/>
              <a:gd name="csX2" fmla="*/ 541211 w 3308032"/>
              <a:gd name="csY2" fmla="*/ 149066 h 1458087"/>
              <a:gd name="csX3" fmla="*/ 534924 w 3308032"/>
              <a:gd name="csY3" fmla="*/ 168593 h 1458087"/>
              <a:gd name="csX4" fmla="*/ 528257 w 3308032"/>
              <a:gd name="csY4" fmla="*/ 186309 h 1458087"/>
              <a:gd name="csX5" fmla="*/ 374618 w 3308032"/>
              <a:gd name="csY5" fmla="*/ 572929 h 1458087"/>
              <a:gd name="csX6" fmla="*/ 310229 w 3308032"/>
              <a:gd name="csY6" fmla="*/ 572929 h 1458087"/>
              <a:gd name="csX7" fmla="*/ 155448 w 3308032"/>
              <a:gd name="csY7" fmla="*/ 189738 h 1458087"/>
              <a:gd name="csX8" fmla="*/ 149352 w 3308032"/>
              <a:gd name="csY8" fmla="*/ 172402 h 1458087"/>
              <a:gd name="csX9" fmla="*/ 141351 w 3308032"/>
              <a:gd name="csY9" fmla="*/ 149162 h 1458087"/>
              <a:gd name="csX10" fmla="*/ 139160 w 3308032"/>
              <a:gd name="csY10" fmla="*/ 149162 h 1458087"/>
              <a:gd name="csX11" fmla="*/ 140303 w 3308032"/>
              <a:gd name="csY11" fmla="*/ 195834 h 1458087"/>
              <a:gd name="csX12" fmla="*/ 140684 w 3308032"/>
              <a:gd name="csY12" fmla="*/ 246602 h 1458087"/>
              <a:gd name="csX13" fmla="*/ 140684 w 3308032"/>
              <a:gd name="csY13" fmla="*/ 572929 h 1458087"/>
              <a:gd name="csX14" fmla="*/ 55817 w 3308032"/>
              <a:gd name="csY14" fmla="*/ 572929 h 1458087"/>
              <a:gd name="csX15" fmla="*/ 55817 w 3308032"/>
              <a:gd name="csY15" fmla="*/ 39338 h 1458087"/>
              <a:gd name="csX16" fmla="*/ 185642 w 3308032"/>
              <a:gd name="csY16" fmla="*/ 39338 h 1458087"/>
              <a:gd name="csX17" fmla="*/ 322231 w 3308032"/>
              <a:gd name="csY17" fmla="*/ 383477 h 1458087"/>
              <a:gd name="csX18" fmla="*/ 334709 w 3308032"/>
              <a:gd name="csY18" fmla="*/ 415671 h 1458087"/>
              <a:gd name="csX19" fmla="*/ 343853 w 3308032"/>
              <a:gd name="csY19" fmla="*/ 444913 h 1458087"/>
              <a:gd name="csX20" fmla="*/ 346043 w 3308032"/>
              <a:gd name="csY20" fmla="*/ 444913 h 1458087"/>
              <a:gd name="csX21" fmla="*/ 358140 w 3308032"/>
              <a:gd name="csY21" fmla="*/ 412528 h 1458087"/>
              <a:gd name="csX22" fmla="*/ 369475 w 3308032"/>
              <a:gd name="csY22" fmla="*/ 382429 h 1458087"/>
              <a:gd name="csX23" fmla="*/ 507873 w 3308032"/>
              <a:gd name="csY23" fmla="*/ 39338 h 1458087"/>
              <a:gd name="csX24" fmla="*/ 632555 w 3308032"/>
              <a:gd name="csY24" fmla="*/ 39338 h 1458087"/>
              <a:gd name="csX25" fmla="*/ 632555 w 3308032"/>
              <a:gd name="csY25" fmla="*/ 572929 h 1458087"/>
              <a:gd name="csX26" fmla="*/ 542163 w 3308032"/>
              <a:gd name="csY26" fmla="*/ 572929 h 1458087"/>
              <a:gd name="csX27" fmla="*/ 542163 w 3308032"/>
              <a:gd name="csY27" fmla="*/ 234315 h 1458087"/>
              <a:gd name="csX28" fmla="*/ 542735 w 3308032"/>
              <a:gd name="csY28" fmla="*/ 193548 h 1458087"/>
              <a:gd name="csX29" fmla="*/ 768001 w 3308032"/>
              <a:gd name="csY29" fmla="*/ 14383 h 1458087"/>
              <a:gd name="csX30" fmla="*/ 728567 w 3308032"/>
              <a:gd name="csY30" fmla="*/ 29623 h 1458087"/>
              <a:gd name="csX31" fmla="*/ 713327 w 3308032"/>
              <a:gd name="csY31" fmla="*/ 67247 h 1458087"/>
              <a:gd name="csX32" fmla="*/ 728567 w 3308032"/>
              <a:gd name="csY32" fmla="*/ 104966 h 1458087"/>
              <a:gd name="csX33" fmla="*/ 768001 w 3308032"/>
              <a:gd name="csY33" fmla="*/ 120777 h 1458087"/>
              <a:gd name="csX34" fmla="*/ 808196 w 3308032"/>
              <a:gd name="csY34" fmla="*/ 105537 h 1458087"/>
              <a:gd name="csX35" fmla="*/ 823436 w 3308032"/>
              <a:gd name="csY35" fmla="*/ 67627 h 1458087"/>
              <a:gd name="csX36" fmla="*/ 808196 w 3308032"/>
              <a:gd name="csY36" fmla="*/ 29718 h 1458087"/>
              <a:gd name="csX37" fmla="*/ 768001 w 3308032"/>
              <a:gd name="csY37" fmla="*/ 14478 h 1458087"/>
              <a:gd name="csX38" fmla="*/ 723329 w 3308032"/>
              <a:gd name="csY38" fmla="*/ 572834 h 1458087"/>
              <a:gd name="csX39" fmla="*/ 812292 w 3308032"/>
              <a:gd name="csY39" fmla="*/ 572834 h 1458087"/>
              <a:gd name="csX40" fmla="*/ 812292 w 3308032"/>
              <a:gd name="csY40" fmla="*/ 191834 h 1458087"/>
              <a:gd name="csX41" fmla="*/ 723329 w 3308032"/>
              <a:gd name="csY41" fmla="*/ 191834 h 1458087"/>
              <a:gd name="csX42" fmla="*/ 723329 w 3308032"/>
              <a:gd name="csY42" fmla="*/ 572834 h 1458087"/>
              <a:gd name="csX43" fmla="*/ 1079278 w 3308032"/>
              <a:gd name="csY43" fmla="*/ 581787 h 1458087"/>
              <a:gd name="csX44" fmla="*/ 1169099 w 3308032"/>
              <a:gd name="csY44" fmla="*/ 561689 h 1458087"/>
              <a:gd name="csX45" fmla="*/ 1234726 w 3308032"/>
              <a:gd name="csY45" fmla="*/ 500253 h 1458087"/>
              <a:gd name="csX46" fmla="*/ 1165860 w 3308032"/>
              <a:gd name="csY46" fmla="*/ 461582 h 1458087"/>
              <a:gd name="csX47" fmla="*/ 1127951 w 3308032"/>
              <a:gd name="csY47" fmla="*/ 497110 h 1458087"/>
              <a:gd name="csX48" fmla="*/ 1081469 w 3308032"/>
              <a:gd name="csY48" fmla="*/ 507683 h 1458087"/>
              <a:gd name="csX49" fmla="*/ 1004126 w 3308032"/>
              <a:gd name="csY49" fmla="*/ 475298 h 1458087"/>
              <a:gd name="csX50" fmla="*/ 975074 w 3308032"/>
              <a:gd name="csY50" fmla="*/ 383000 h 1458087"/>
              <a:gd name="csX51" fmla="*/ 1004506 w 3308032"/>
              <a:gd name="csY51" fmla="*/ 288512 h 1458087"/>
              <a:gd name="csX52" fmla="*/ 1079278 w 3308032"/>
              <a:gd name="csY52" fmla="*/ 254699 h 1458087"/>
              <a:gd name="csX53" fmla="*/ 1125379 w 3308032"/>
              <a:gd name="csY53" fmla="*/ 265462 h 1458087"/>
              <a:gd name="csX54" fmla="*/ 1162622 w 3308032"/>
              <a:gd name="csY54" fmla="*/ 301943 h 1458087"/>
              <a:gd name="csX55" fmla="*/ 1232535 w 3308032"/>
              <a:gd name="csY55" fmla="*/ 267367 h 1458087"/>
              <a:gd name="csX56" fmla="*/ 1172432 w 3308032"/>
              <a:gd name="csY56" fmla="*/ 204311 h 1458087"/>
              <a:gd name="csX57" fmla="*/ 1082231 w 3308032"/>
              <a:gd name="csY57" fmla="*/ 182880 h 1458087"/>
              <a:gd name="csX58" fmla="*/ 939356 w 3308032"/>
              <a:gd name="csY58" fmla="*/ 238125 h 1458087"/>
              <a:gd name="csX59" fmla="*/ 884301 w 3308032"/>
              <a:gd name="csY59" fmla="*/ 389001 h 1458087"/>
              <a:gd name="csX60" fmla="*/ 936022 w 3308032"/>
              <a:gd name="csY60" fmla="*/ 528923 h 1458087"/>
              <a:gd name="csX61" fmla="*/ 1079278 w 3308032"/>
              <a:gd name="csY61" fmla="*/ 581787 h 1458087"/>
              <a:gd name="csX62" fmla="*/ 1393031 w 3308032"/>
              <a:gd name="csY62" fmla="*/ 384524 h 1458087"/>
              <a:gd name="csX63" fmla="*/ 1416653 w 3308032"/>
              <a:gd name="csY63" fmla="*/ 296323 h 1458087"/>
              <a:gd name="csX64" fmla="*/ 1478566 w 3308032"/>
              <a:gd name="csY64" fmla="*/ 262795 h 1458087"/>
              <a:gd name="csX65" fmla="*/ 1501807 w 3308032"/>
              <a:gd name="csY65" fmla="*/ 265176 h 1458087"/>
              <a:gd name="csX66" fmla="*/ 1523619 w 3308032"/>
              <a:gd name="csY66" fmla="*/ 271653 h 1458087"/>
              <a:gd name="csX67" fmla="*/ 1547432 w 3308032"/>
              <a:gd name="csY67" fmla="*/ 195739 h 1458087"/>
              <a:gd name="csX68" fmla="*/ 1521047 w 3308032"/>
              <a:gd name="csY68" fmla="*/ 187166 h 1458087"/>
              <a:gd name="csX69" fmla="*/ 1494282 w 3308032"/>
              <a:gd name="csY69" fmla="*/ 184975 h 1458087"/>
              <a:gd name="csX70" fmla="*/ 1433989 w 3308032"/>
              <a:gd name="csY70" fmla="*/ 204502 h 1458087"/>
              <a:gd name="csX71" fmla="*/ 1394555 w 3308032"/>
              <a:gd name="csY71" fmla="*/ 260509 h 1458087"/>
              <a:gd name="csX72" fmla="*/ 1393031 w 3308032"/>
              <a:gd name="csY72" fmla="*/ 260509 h 1458087"/>
              <a:gd name="csX73" fmla="*/ 1393031 w 3308032"/>
              <a:gd name="csY73" fmla="*/ 191643 h 1458087"/>
              <a:gd name="csX74" fmla="*/ 1304068 w 3308032"/>
              <a:gd name="csY74" fmla="*/ 191643 h 1458087"/>
              <a:gd name="csX75" fmla="*/ 1304068 w 3308032"/>
              <a:gd name="csY75" fmla="*/ 572643 h 1458087"/>
              <a:gd name="csX76" fmla="*/ 1393031 w 3308032"/>
              <a:gd name="csY76" fmla="*/ 572643 h 1458087"/>
              <a:gd name="csX77" fmla="*/ 1393031 w 3308032"/>
              <a:gd name="csY77" fmla="*/ 384334 h 1458087"/>
              <a:gd name="csX78" fmla="*/ 1621917 w 3308032"/>
              <a:gd name="csY78" fmla="*/ 528542 h 1458087"/>
              <a:gd name="csX79" fmla="*/ 1568482 w 3308032"/>
              <a:gd name="csY79" fmla="*/ 385286 h 1458087"/>
              <a:gd name="csX80" fmla="*/ 1625060 w 3308032"/>
              <a:gd name="csY80" fmla="*/ 238506 h 1458087"/>
              <a:gd name="csX81" fmla="*/ 1771269 w 3308032"/>
              <a:gd name="csY81" fmla="*/ 182880 h 1458087"/>
              <a:gd name="csX82" fmla="*/ 1914335 w 3308032"/>
              <a:gd name="csY82" fmla="*/ 237554 h 1458087"/>
              <a:gd name="csX83" fmla="*/ 1966627 w 3308032"/>
              <a:gd name="csY83" fmla="*/ 378905 h 1458087"/>
              <a:gd name="csX84" fmla="*/ 1911572 w 3308032"/>
              <a:gd name="csY84" fmla="*/ 524542 h 1458087"/>
              <a:gd name="csX85" fmla="*/ 1766126 w 3308032"/>
              <a:gd name="csY85" fmla="*/ 581692 h 1458087"/>
              <a:gd name="csX86" fmla="*/ 1621917 w 3308032"/>
              <a:gd name="csY86" fmla="*/ 528447 h 1458087"/>
              <a:gd name="csX87" fmla="*/ 1659350 w 3308032"/>
              <a:gd name="csY87" fmla="*/ 383477 h 1458087"/>
              <a:gd name="csX88" fmla="*/ 1688973 w 3308032"/>
              <a:gd name="csY88" fmla="*/ 476155 h 1458087"/>
              <a:gd name="csX89" fmla="*/ 1769555 w 3308032"/>
              <a:gd name="csY89" fmla="*/ 509969 h 1458087"/>
              <a:gd name="csX90" fmla="*/ 1847850 w 3308032"/>
              <a:gd name="csY90" fmla="*/ 475012 h 1458087"/>
              <a:gd name="csX91" fmla="*/ 1875568 w 3308032"/>
              <a:gd name="csY91" fmla="*/ 381286 h 1458087"/>
              <a:gd name="csX92" fmla="*/ 1847660 w 3308032"/>
              <a:gd name="csY92" fmla="*/ 289750 h 1458087"/>
              <a:gd name="csX93" fmla="*/ 1769174 w 3308032"/>
              <a:gd name="csY93" fmla="*/ 255175 h 1458087"/>
              <a:gd name="csX94" fmla="*/ 1689354 w 3308032"/>
              <a:gd name="csY94" fmla="*/ 290894 h 1458087"/>
              <a:gd name="csX95" fmla="*/ 1659446 w 3308032"/>
              <a:gd name="csY95" fmla="*/ 383572 h 1458087"/>
              <a:gd name="csX96" fmla="*/ 2267426 w 3308032"/>
              <a:gd name="csY96" fmla="*/ 547878 h 1458087"/>
              <a:gd name="csX97" fmla="*/ 2308003 w 3308032"/>
              <a:gd name="csY97" fmla="*/ 458915 h 1458087"/>
              <a:gd name="csX98" fmla="*/ 2276761 w 3308032"/>
              <a:gd name="csY98" fmla="*/ 380048 h 1458087"/>
              <a:gd name="csX99" fmla="*/ 2182273 w 3308032"/>
              <a:gd name="csY99" fmla="*/ 339471 h 1458087"/>
              <a:gd name="csX100" fmla="*/ 2127028 w 3308032"/>
              <a:gd name="csY100" fmla="*/ 321278 h 1458087"/>
              <a:gd name="csX101" fmla="*/ 2112359 w 3308032"/>
              <a:gd name="csY101" fmla="*/ 292227 h 1458087"/>
              <a:gd name="csX102" fmla="*/ 2126456 w 3308032"/>
              <a:gd name="csY102" fmla="*/ 261366 h 1458087"/>
              <a:gd name="csX103" fmla="*/ 2167795 w 3308032"/>
              <a:gd name="csY103" fmla="*/ 249460 h 1458087"/>
              <a:gd name="csX104" fmla="*/ 2211515 w 3308032"/>
              <a:gd name="csY104" fmla="*/ 258413 h 1458087"/>
              <a:gd name="csX105" fmla="*/ 2247043 w 3308032"/>
              <a:gd name="csY105" fmla="*/ 285179 h 1458087"/>
              <a:gd name="csX106" fmla="*/ 2298764 w 3308032"/>
              <a:gd name="csY106" fmla="*/ 238316 h 1458087"/>
              <a:gd name="csX107" fmla="*/ 2243328 w 3308032"/>
              <a:gd name="csY107" fmla="*/ 196596 h 1458087"/>
              <a:gd name="csX108" fmla="*/ 2170367 w 3308032"/>
              <a:gd name="csY108" fmla="*/ 182785 h 1458087"/>
              <a:gd name="csX109" fmla="*/ 2069211 w 3308032"/>
              <a:gd name="csY109" fmla="*/ 214598 h 1458087"/>
              <a:gd name="csX110" fmla="*/ 2029015 w 3308032"/>
              <a:gd name="csY110" fmla="*/ 302228 h 1458087"/>
              <a:gd name="csX111" fmla="*/ 2058638 w 3308032"/>
              <a:gd name="csY111" fmla="*/ 375380 h 1458087"/>
              <a:gd name="csX112" fmla="*/ 2163032 w 3308032"/>
              <a:gd name="csY112" fmla="*/ 417957 h 1458087"/>
              <a:gd name="csX113" fmla="*/ 2208943 w 3308032"/>
              <a:gd name="csY113" fmla="*/ 435959 h 1458087"/>
              <a:gd name="csX114" fmla="*/ 2224373 w 3308032"/>
              <a:gd name="csY114" fmla="*/ 467011 h 1458087"/>
              <a:gd name="csX115" fmla="*/ 2207990 w 3308032"/>
              <a:gd name="csY115" fmla="*/ 502158 h 1458087"/>
              <a:gd name="csX116" fmla="*/ 2162271 w 3308032"/>
              <a:gd name="csY116" fmla="*/ 514636 h 1458087"/>
              <a:gd name="csX117" fmla="*/ 2112645 w 3308032"/>
              <a:gd name="csY117" fmla="*/ 502920 h 1458087"/>
              <a:gd name="csX118" fmla="*/ 2068163 w 3308032"/>
              <a:gd name="csY118" fmla="*/ 463677 h 1458087"/>
              <a:gd name="csX119" fmla="*/ 2014633 w 3308032"/>
              <a:gd name="csY119" fmla="*/ 511683 h 1458087"/>
              <a:gd name="csX120" fmla="*/ 2074926 w 3308032"/>
              <a:gd name="csY120" fmla="*/ 563785 h 1458087"/>
              <a:gd name="csX121" fmla="*/ 2161604 w 3308032"/>
              <a:gd name="csY121" fmla="*/ 581692 h 1458087"/>
              <a:gd name="csX122" fmla="*/ 2267617 w 3308032"/>
              <a:gd name="csY122" fmla="*/ 547878 h 1458087"/>
              <a:gd name="csX123" fmla="*/ 2717292 w 3308032"/>
              <a:gd name="csY123" fmla="*/ 237554 h 1458087"/>
              <a:gd name="csX124" fmla="*/ 2769584 w 3308032"/>
              <a:gd name="csY124" fmla="*/ 378905 h 1458087"/>
              <a:gd name="csX125" fmla="*/ 2714530 w 3308032"/>
              <a:gd name="csY125" fmla="*/ 524542 h 1458087"/>
              <a:gd name="csX126" fmla="*/ 2569083 w 3308032"/>
              <a:gd name="csY126" fmla="*/ 581692 h 1458087"/>
              <a:gd name="csX127" fmla="*/ 2424875 w 3308032"/>
              <a:gd name="csY127" fmla="*/ 528447 h 1458087"/>
              <a:gd name="csX128" fmla="*/ 2371439 w 3308032"/>
              <a:gd name="csY128" fmla="*/ 385191 h 1458087"/>
              <a:gd name="csX129" fmla="*/ 2428018 w 3308032"/>
              <a:gd name="csY129" fmla="*/ 238411 h 1458087"/>
              <a:gd name="csX130" fmla="*/ 2574227 w 3308032"/>
              <a:gd name="csY130" fmla="*/ 182785 h 1458087"/>
              <a:gd name="csX131" fmla="*/ 2717292 w 3308032"/>
              <a:gd name="csY131" fmla="*/ 237458 h 1458087"/>
              <a:gd name="csX132" fmla="*/ 2678430 w 3308032"/>
              <a:gd name="csY132" fmla="*/ 381191 h 1458087"/>
              <a:gd name="csX133" fmla="*/ 2650522 w 3308032"/>
              <a:gd name="csY133" fmla="*/ 289655 h 1458087"/>
              <a:gd name="csX134" fmla="*/ 2572036 w 3308032"/>
              <a:gd name="csY134" fmla="*/ 255079 h 1458087"/>
              <a:gd name="csX135" fmla="*/ 2492216 w 3308032"/>
              <a:gd name="csY135" fmla="*/ 290798 h 1458087"/>
              <a:gd name="csX136" fmla="*/ 2462308 w 3308032"/>
              <a:gd name="csY136" fmla="*/ 383477 h 1458087"/>
              <a:gd name="csX137" fmla="*/ 2491931 w 3308032"/>
              <a:gd name="csY137" fmla="*/ 476155 h 1458087"/>
              <a:gd name="csX138" fmla="*/ 2572512 w 3308032"/>
              <a:gd name="csY138" fmla="*/ 509969 h 1458087"/>
              <a:gd name="csX139" fmla="*/ 2650808 w 3308032"/>
              <a:gd name="csY139" fmla="*/ 475012 h 1458087"/>
              <a:gd name="csX140" fmla="*/ 2678525 w 3308032"/>
              <a:gd name="csY140" fmla="*/ 381286 h 1458087"/>
              <a:gd name="csX141" fmla="*/ 3280410 w 3308032"/>
              <a:gd name="csY141" fmla="*/ 494729 h 1458087"/>
              <a:gd name="csX142" fmla="*/ 3257360 w 3308032"/>
              <a:gd name="csY142" fmla="*/ 507397 h 1458087"/>
              <a:gd name="csX143" fmla="*/ 3236500 w 3308032"/>
              <a:gd name="csY143" fmla="*/ 511112 h 1458087"/>
              <a:gd name="csX144" fmla="*/ 3205258 w 3308032"/>
              <a:gd name="csY144" fmla="*/ 497872 h 1458087"/>
              <a:gd name="csX145" fmla="*/ 3194114 w 3308032"/>
              <a:gd name="csY145" fmla="*/ 456724 h 1458087"/>
              <a:gd name="csX146" fmla="*/ 3194114 w 3308032"/>
              <a:gd name="csY146" fmla="*/ 260985 h 1458087"/>
              <a:gd name="csX147" fmla="*/ 3291269 w 3308032"/>
              <a:gd name="csY147" fmla="*/ 260985 h 1458087"/>
              <a:gd name="csX148" fmla="*/ 3291269 w 3308032"/>
              <a:gd name="csY148" fmla="*/ 191738 h 1458087"/>
              <a:gd name="csX149" fmla="*/ 3194114 w 3308032"/>
              <a:gd name="csY149" fmla="*/ 191738 h 1458087"/>
              <a:gd name="csX150" fmla="*/ 3194114 w 3308032"/>
              <a:gd name="csY150" fmla="*/ 82677 h 1458087"/>
              <a:gd name="csX151" fmla="*/ 3105150 w 3308032"/>
              <a:gd name="csY151" fmla="*/ 98298 h 1458087"/>
              <a:gd name="csX152" fmla="*/ 3105150 w 3308032"/>
              <a:gd name="csY152" fmla="*/ 191643 h 1458087"/>
              <a:gd name="csX153" fmla="*/ 2957227 w 3308032"/>
              <a:gd name="csY153" fmla="*/ 191643 h 1458087"/>
              <a:gd name="csX154" fmla="*/ 2957227 w 3308032"/>
              <a:gd name="csY154" fmla="*/ 130969 h 1458087"/>
              <a:gd name="csX155" fmla="*/ 2970086 w 3308032"/>
              <a:gd name="csY155" fmla="*/ 86297 h 1458087"/>
              <a:gd name="csX156" fmla="*/ 3006757 w 3308032"/>
              <a:gd name="csY156" fmla="*/ 71438 h 1458087"/>
              <a:gd name="csX157" fmla="*/ 3029236 w 3308032"/>
              <a:gd name="csY157" fmla="*/ 74962 h 1458087"/>
              <a:gd name="csX158" fmla="*/ 3049143 w 3308032"/>
              <a:gd name="csY158" fmla="*/ 84868 h 1458087"/>
              <a:gd name="csX159" fmla="*/ 3085624 w 3308032"/>
              <a:gd name="csY159" fmla="*/ 20479 h 1458087"/>
              <a:gd name="csX160" fmla="*/ 3045429 w 3308032"/>
              <a:gd name="csY160" fmla="*/ 5048 h 1458087"/>
              <a:gd name="csX161" fmla="*/ 3003042 w 3308032"/>
              <a:gd name="csY161" fmla="*/ 0 h 1458087"/>
              <a:gd name="csX162" fmla="*/ 2903887 w 3308032"/>
              <a:gd name="csY162" fmla="*/ 34957 h 1458087"/>
              <a:gd name="csX163" fmla="*/ 2868740 w 3308032"/>
              <a:gd name="csY163" fmla="*/ 130207 h 1458087"/>
              <a:gd name="csX164" fmla="*/ 2868740 w 3308032"/>
              <a:gd name="csY164" fmla="*/ 191643 h 1458087"/>
              <a:gd name="csX165" fmla="*/ 2803970 w 3308032"/>
              <a:gd name="csY165" fmla="*/ 191643 h 1458087"/>
              <a:gd name="csX166" fmla="*/ 2803970 w 3308032"/>
              <a:gd name="csY166" fmla="*/ 260890 h 1458087"/>
              <a:gd name="csX167" fmla="*/ 2868740 w 3308032"/>
              <a:gd name="csY167" fmla="*/ 260890 h 1458087"/>
              <a:gd name="csX168" fmla="*/ 2868740 w 3308032"/>
              <a:gd name="csY168" fmla="*/ 572643 h 1458087"/>
              <a:gd name="csX169" fmla="*/ 2957322 w 3308032"/>
              <a:gd name="csY169" fmla="*/ 572643 h 1458087"/>
              <a:gd name="csX170" fmla="*/ 2957322 w 3308032"/>
              <a:gd name="csY170" fmla="*/ 260890 h 1458087"/>
              <a:gd name="csX171" fmla="*/ 3105246 w 3308032"/>
              <a:gd name="csY171" fmla="*/ 260890 h 1458087"/>
              <a:gd name="csX172" fmla="*/ 3105246 w 3308032"/>
              <a:gd name="csY172" fmla="*/ 469297 h 1458087"/>
              <a:gd name="csX173" fmla="*/ 3133535 w 3308032"/>
              <a:gd name="csY173" fmla="*/ 553022 h 1458087"/>
              <a:gd name="csX174" fmla="*/ 3218021 w 3308032"/>
              <a:gd name="csY174" fmla="*/ 581692 h 1458087"/>
              <a:gd name="csX175" fmla="*/ 3269171 w 3308032"/>
              <a:gd name="csY175" fmla="*/ 574453 h 1458087"/>
              <a:gd name="csX176" fmla="*/ 3308033 w 3308032"/>
              <a:gd name="csY176" fmla="*/ 554926 h 1458087"/>
              <a:gd name="csX177" fmla="*/ 3280505 w 3308032"/>
              <a:gd name="csY177" fmla="*/ 494633 h 1458087"/>
              <a:gd name="csX178" fmla="*/ 301181 w 3308032"/>
              <a:gd name="csY178" fmla="*/ 915543 h 1458087"/>
              <a:gd name="csX179" fmla="*/ 497300 w 3308032"/>
              <a:gd name="csY179" fmla="*/ 1449134 h 1458087"/>
              <a:gd name="csX180" fmla="*/ 399860 w 3308032"/>
              <a:gd name="csY180" fmla="*/ 1449134 h 1458087"/>
              <a:gd name="csX181" fmla="*/ 354139 w 3308032"/>
              <a:gd name="csY181" fmla="*/ 1324166 h 1458087"/>
              <a:gd name="csX182" fmla="*/ 140970 w 3308032"/>
              <a:gd name="csY182" fmla="*/ 1324166 h 1458087"/>
              <a:gd name="csX183" fmla="*/ 97441 w 3308032"/>
              <a:gd name="csY183" fmla="*/ 1449134 h 1458087"/>
              <a:gd name="csX184" fmla="*/ 0 w 3308032"/>
              <a:gd name="csY184" fmla="*/ 1449134 h 1458087"/>
              <a:gd name="csX185" fmla="*/ 197930 w 3308032"/>
              <a:gd name="csY185" fmla="*/ 915543 h 1458087"/>
              <a:gd name="csX186" fmla="*/ 301371 w 3308032"/>
              <a:gd name="csY186" fmla="*/ 915543 h 1458087"/>
              <a:gd name="csX187" fmla="*/ 329851 w 3308032"/>
              <a:gd name="csY187" fmla="*/ 1247108 h 1458087"/>
              <a:gd name="csX188" fmla="*/ 257651 w 3308032"/>
              <a:gd name="csY188" fmla="*/ 1037654 h 1458087"/>
              <a:gd name="csX189" fmla="*/ 252984 w 3308032"/>
              <a:gd name="csY189" fmla="*/ 1022795 h 1458087"/>
              <a:gd name="csX190" fmla="*/ 248317 w 3308032"/>
              <a:gd name="csY190" fmla="*/ 1006412 h 1458087"/>
              <a:gd name="csX191" fmla="*/ 246126 w 3308032"/>
              <a:gd name="csY191" fmla="*/ 1006412 h 1458087"/>
              <a:gd name="csX192" fmla="*/ 241459 w 3308032"/>
              <a:gd name="csY192" fmla="*/ 1022223 h 1458087"/>
              <a:gd name="csX193" fmla="*/ 236411 w 3308032"/>
              <a:gd name="csY193" fmla="*/ 1037654 h 1458087"/>
              <a:gd name="csX194" fmla="*/ 164973 w 3308032"/>
              <a:gd name="csY194" fmla="*/ 1247108 h 1458087"/>
              <a:gd name="csX195" fmla="*/ 329756 w 3308032"/>
              <a:gd name="csY195" fmla="*/ 1247108 h 1458087"/>
              <a:gd name="csX196" fmla="*/ 557403 w 3308032"/>
              <a:gd name="csY196" fmla="*/ 1449134 h 1458087"/>
              <a:gd name="csX197" fmla="*/ 648557 w 3308032"/>
              <a:gd name="csY197" fmla="*/ 1449134 h 1458087"/>
              <a:gd name="csX198" fmla="*/ 648557 w 3308032"/>
              <a:gd name="csY198" fmla="*/ 915543 h 1458087"/>
              <a:gd name="csX199" fmla="*/ 557403 w 3308032"/>
              <a:gd name="csY199" fmla="*/ 915543 h 1458087"/>
              <a:gd name="csX200" fmla="*/ 557403 w 3308032"/>
              <a:gd name="csY200" fmla="*/ 1449134 h 1458087"/>
              <a:gd name="csX201" fmla="*/ 1271778 w 3308032"/>
              <a:gd name="csY201" fmla="*/ 915543 h 1458087"/>
              <a:gd name="csX202" fmla="*/ 883730 w 3308032"/>
              <a:gd name="csY202" fmla="*/ 915543 h 1458087"/>
              <a:gd name="csX203" fmla="*/ 883730 w 3308032"/>
              <a:gd name="csY203" fmla="*/ 992600 h 1458087"/>
              <a:gd name="csX204" fmla="*/ 1031843 w 3308032"/>
              <a:gd name="csY204" fmla="*/ 992600 h 1458087"/>
              <a:gd name="csX205" fmla="*/ 1031843 w 3308032"/>
              <a:gd name="csY205" fmla="*/ 1449134 h 1458087"/>
              <a:gd name="csX206" fmla="*/ 1122998 w 3308032"/>
              <a:gd name="csY206" fmla="*/ 1449134 h 1458087"/>
              <a:gd name="csX207" fmla="*/ 1122998 w 3308032"/>
              <a:gd name="csY207" fmla="*/ 992600 h 1458087"/>
              <a:gd name="csX208" fmla="*/ 1271778 w 3308032"/>
              <a:gd name="csY208" fmla="*/ 992600 h 1458087"/>
              <a:gd name="csX209" fmla="*/ 1271778 w 3308032"/>
              <a:gd name="csY209" fmla="*/ 915543 h 1458087"/>
              <a:gd name="csX210" fmla="*/ 1581340 w 3308032"/>
              <a:gd name="csY210" fmla="*/ 1113854 h 1458087"/>
              <a:gd name="csX211" fmla="*/ 1633633 w 3308032"/>
              <a:gd name="csY211" fmla="*/ 1255205 h 1458087"/>
              <a:gd name="csX212" fmla="*/ 1578578 w 3308032"/>
              <a:gd name="csY212" fmla="*/ 1400842 h 1458087"/>
              <a:gd name="csX213" fmla="*/ 1433132 w 3308032"/>
              <a:gd name="csY213" fmla="*/ 1457992 h 1458087"/>
              <a:gd name="csX214" fmla="*/ 1288923 w 3308032"/>
              <a:gd name="csY214" fmla="*/ 1404747 h 1458087"/>
              <a:gd name="csX215" fmla="*/ 1235488 w 3308032"/>
              <a:gd name="csY215" fmla="*/ 1261491 h 1458087"/>
              <a:gd name="csX216" fmla="*/ 1292066 w 3308032"/>
              <a:gd name="csY216" fmla="*/ 1114711 h 1458087"/>
              <a:gd name="csX217" fmla="*/ 1438275 w 3308032"/>
              <a:gd name="csY217" fmla="*/ 1059085 h 1458087"/>
              <a:gd name="csX218" fmla="*/ 1581340 w 3308032"/>
              <a:gd name="csY218" fmla="*/ 1113758 h 1458087"/>
              <a:gd name="csX219" fmla="*/ 1542479 w 3308032"/>
              <a:gd name="csY219" fmla="*/ 1257491 h 1458087"/>
              <a:gd name="csX220" fmla="*/ 1514570 w 3308032"/>
              <a:gd name="csY220" fmla="*/ 1165955 h 1458087"/>
              <a:gd name="csX221" fmla="*/ 1436084 w 3308032"/>
              <a:gd name="csY221" fmla="*/ 1131380 h 1458087"/>
              <a:gd name="csX222" fmla="*/ 1356265 w 3308032"/>
              <a:gd name="csY222" fmla="*/ 1167098 h 1458087"/>
              <a:gd name="csX223" fmla="*/ 1326356 w 3308032"/>
              <a:gd name="csY223" fmla="*/ 1259777 h 1458087"/>
              <a:gd name="csX224" fmla="*/ 1355979 w 3308032"/>
              <a:gd name="csY224" fmla="*/ 1352455 h 1458087"/>
              <a:gd name="csX225" fmla="*/ 1436561 w 3308032"/>
              <a:gd name="csY225" fmla="*/ 1386269 h 1458087"/>
              <a:gd name="csX226" fmla="*/ 1514856 w 3308032"/>
              <a:gd name="csY226" fmla="*/ 1351312 h 1458087"/>
              <a:gd name="csX227" fmla="*/ 1542574 w 3308032"/>
              <a:gd name="csY227" fmla="*/ 1257586 h 1458087"/>
              <a:gd name="csX228" fmla="*/ 1951577 w 3308032"/>
              <a:gd name="csY228" fmla="*/ 1285399 h 1458087"/>
              <a:gd name="csX229" fmla="*/ 1926622 w 3308032"/>
              <a:gd name="csY229" fmla="*/ 1357598 h 1458087"/>
              <a:gd name="csX230" fmla="*/ 1862233 w 3308032"/>
              <a:gd name="csY230" fmla="*/ 1386269 h 1458087"/>
              <a:gd name="csX231" fmla="*/ 1805273 w 3308032"/>
              <a:gd name="csY231" fmla="*/ 1362266 h 1458087"/>
              <a:gd name="csX232" fmla="*/ 1787081 w 3308032"/>
              <a:gd name="csY232" fmla="*/ 1290638 h 1458087"/>
              <a:gd name="csX233" fmla="*/ 1787081 w 3308032"/>
              <a:gd name="csY233" fmla="*/ 1068134 h 1458087"/>
              <a:gd name="csX234" fmla="*/ 1698498 w 3308032"/>
              <a:gd name="csY234" fmla="*/ 1068134 h 1458087"/>
              <a:gd name="csX235" fmla="*/ 1698498 w 3308032"/>
              <a:gd name="csY235" fmla="*/ 1302544 h 1458087"/>
              <a:gd name="csX236" fmla="*/ 1732502 w 3308032"/>
              <a:gd name="csY236" fmla="*/ 1418463 h 1458087"/>
              <a:gd name="csX237" fmla="*/ 1833563 w 3308032"/>
              <a:gd name="csY237" fmla="*/ 1458087 h 1458087"/>
              <a:gd name="csX238" fmla="*/ 1899571 w 3308032"/>
              <a:gd name="csY238" fmla="*/ 1441514 h 1458087"/>
              <a:gd name="csX239" fmla="*/ 1949577 w 3308032"/>
              <a:gd name="csY239" fmla="*/ 1397413 h 1458087"/>
              <a:gd name="csX240" fmla="*/ 1951482 w 3308032"/>
              <a:gd name="csY240" fmla="*/ 1397413 h 1458087"/>
              <a:gd name="csX241" fmla="*/ 1951482 w 3308032"/>
              <a:gd name="csY241" fmla="*/ 1449134 h 1458087"/>
              <a:gd name="csX242" fmla="*/ 2040446 w 3308032"/>
              <a:gd name="csY242" fmla="*/ 1449134 h 1458087"/>
              <a:gd name="csX243" fmla="*/ 2040446 w 3308032"/>
              <a:gd name="csY243" fmla="*/ 1068134 h 1458087"/>
              <a:gd name="csX244" fmla="*/ 1951482 w 3308032"/>
              <a:gd name="csY244" fmla="*/ 1068134 h 1458087"/>
              <a:gd name="csX245" fmla="*/ 1951482 w 3308032"/>
              <a:gd name="csY245" fmla="*/ 1285399 h 1458087"/>
              <a:gd name="csX246" fmla="*/ 2326767 w 3308032"/>
              <a:gd name="csY246" fmla="*/ 1061466 h 1458087"/>
              <a:gd name="csX247" fmla="*/ 2266474 w 3308032"/>
              <a:gd name="csY247" fmla="*/ 1080992 h 1458087"/>
              <a:gd name="csX248" fmla="*/ 2227040 w 3308032"/>
              <a:gd name="csY248" fmla="*/ 1136999 h 1458087"/>
              <a:gd name="csX249" fmla="*/ 2225516 w 3308032"/>
              <a:gd name="csY249" fmla="*/ 1136999 h 1458087"/>
              <a:gd name="csX250" fmla="*/ 2225516 w 3308032"/>
              <a:gd name="csY250" fmla="*/ 1068134 h 1458087"/>
              <a:gd name="csX251" fmla="*/ 2136553 w 3308032"/>
              <a:gd name="csY251" fmla="*/ 1068134 h 1458087"/>
              <a:gd name="csX252" fmla="*/ 2136553 w 3308032"/>
              <a:gd name="csY252" fmla="*/ 1449134 h 1458087"/>
              <a:gd name="csX253" fmla="*/ 2225516 w 3308032"/>
              <a:gd name="csY253" fmla="*/ 1449134 h 1458087"/>
              <a:gd name="csX254" fmla="*/ 2225516 w 3308032"/>
              <a:gd name="csY254" fmla="*/ 1260824 h 1458087"/>
              <a:gd name="csX255" fmla="*/ 2249138 w 3308032"/>
              <a:gd name="csY255" fmla="*/ 1172623 h 1458087"/>
              <a:gd name="csX256" fmla="*/ 2311051 w 3308032"/>
              <a:gd name="csY256" fmla="*/ 1139095 h 1458087"/>
              <a:gd name="csX257" fmla="*/ 2334292 w 3308032"/>
              <a:gd name="csY257" fmla="*/ 1141476 h 1458087"/>
              <a:gd name="csX258" fmla="*/ 2356104 w 3308032"/>
              <a:gd name="csY258" fmla="*/ 1147953 h 1458087"/>
              <a:gd name="csX259" fmla="*/ 2379917 w 3308032"/>
              <a:gd name="csY259" fmla="*/ 1072039 h 1458087"/>
              <a:gd name="csX260" fmla="*/ 2353532 w 3308032"/>
              <a:gd name="csY260" fmla="*/ 1063466 h 1458087"/>
              <a:gd name="csX261" fmla="*/ 2326767 w 3308032"/>
              <a:gd name="csY261" fmla="*/ 1061276 h 145808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Lst>
            <a:rect l="l" t="t" r="r" b="b"/>
            <a:pathLst>
              <a:path w="3308032" h="1458087">
                <a:moveTo>
                  <a:pt x="542449" y="193548"/>
                </a:moveTo>
                <a:cubicBezTo>
                  <a:pt x="542830" y="180499"/>
                  <a:pt x="543116" y="165735"/>
                  <a:pt x="543401" y="149066"/>
                </a:cubicBezTo>
                <a:lnTo>
                  <a:pt x="541211" y="149066"/>
                </a:lnTo>
                <a:cubicBezTo>
                  <a:pt x="539020" y="156496"/>
                  <a:pt x="536829" y="162973"/>
                  <a:pt x="534924" y="168593"/>
                </a:cubicBezTo>
                <a:cubicBezTo>
                  <a:pt x="532924" y="174212"/>
                  <a:pt x="530733" y="180118"/>
                  <a:pt x="528257" y="186309"/>
                </a:cubicBezTo>
                <a:lnTo>
                  <a:pt x="374618" y="572929"/>
                </a:lnTo>
                <a:lnTo>
                  <a:pt x="310229" y="572929"/>
                </a:lnTo>
                <a:lnTo>
                  <a:pt x="155448" y="189738"/>
                </a:lnTo>
                <a:cubicBezTo>
                  <a:pt x="153448" y="184023"/>
                  <a:pt x="151447" y="178308"/>
                  <a:pt x="149352" y="172402"/>
                </a:cubicBezTo>
                <a:cubicBezTo>
                  <a:pt x="147257" y="166592"/>
                  <a:pt x="144589" y="158782"/>
                  <a:pt x="141351" y="149162"/>
                </a:cubicBezTo>
                <a:lnTo>
                  <a:pt x="139160" y="149162"/>
                </a:lnTo>
                <a:cubicBezTo>
                  <a:pt x="139637" y="164592"/>
                  <a:pt x="140018" y="180118"/>
                  <a:pt x="140303" y="195834"/>
                </a:cubicBezTo>
                <a:cubicBezTo>
                  <a:pt x="140589" y="211550"/>
                  <a:pt x="140684" y="228505"/>
                  <a:pt x="140684" y="246602"/>
                </a:cubicBezTo>
                <a:lnTo>
                  <a:pt x="140684" y="572929"/>
                </a:lnTo>
                <a:lnTo>
                  <a:pt x="55817" y="572929"/>
                </a:lnTo>
                <a:lnTo>
                  <a:pt x="55817" y="39338"/>
                </a:lnTo>
                <a:lnTo>
                  <a:pt x="185642" y="39338"/>
                </a:lnTo>
                <a:lnTo>
                  <a:pt x="322231" y="383477"/>
                </a:lnTo>
                <a:cubicBezTo>
                  <a:pt x="327470" y="396145"/>
                  <a:pt x="331565" y="406908"/>
                  <a:pt x="334709" y="415671"/>
                </a:cubicBezTo>
                <a:cubicBezTo>
                  <a:pt x="337852" y="424434"/>
                  <a:pt x="340805" y="434245"/>
                  <a:pt x="343853" y="444913"/>
                </a:cubicBezTo>
                <a:lnTo>
                  <a:pt x="346043" y="444913"/>
                </a:lnTo>
                <a:cubicBezTo>
                  <a:pt x="350520" y="433007"/>
                  <a:pt x="354520" y="422243"/>
                  <a:pt x="358140" y="412528"/>
                </a:cubicBezTo>
                <a:cubicBezTo>
                  <a:pt x="361760" y="402812"/>
                  <a:pt x="365474" y="392811"/>
                  <a:pt x="369475" y="382429"/>
                </a:cubicBezTo>
                <a:lnTo>
                  <a:pt x="507873" y="39338"/>
                </a:lnTo>
                <a:lnTo>
                  <a:pt x="632555" y="39338"/>
                </a:lnTo>
                <a:lnTo>
                  <a:pt x="632555" y="572929"/>
                </a:lnTo>
                <a:lnTo>
                  <a:pt x="542163" y="572929"/>
                </a:lnTo>
                <a:lnTo>
                  <a:pt x="542163" y="234315"/>
                </a:lnTo>
                <a:cubicBezTo>
                  <a:pt x="542163" y="220218"/>
                  <a:pt x="542354" y="206597"/>
                  <a:pt x="542735" y="193548"/>
                </a:cubicBezTo>
                <a:close/>
                <a:moveTo>
                  <a:pt x="768001" y="14383"/>
                </a:moveTo>
                <a:cubicBezTo>
                  <a:pt x="751904" y="14383"/>
                  <a:pt x="738759" y="19431"/>
                  <a:pt x="728567" y="29623"/>
                </a:cubicBezTo>
                <a:cubicBezTo>
                  <a:pt x="718376" y="39815"/>
                  <a:pt x="713327" y="52292"/>
                  <a:pt x="713327" y="67247"/>
                </a:cubicBezTo>
                <a:cubicBezTo>
                  <a:pt x="713327" y="82201"/>
                  <a:pt x="718376" y="94488"/>
                  <a:pt x="728567" y="104966"/>
                </a:cubicBezTo>
                <a:cubicBezTo>
                  <a:pt x="738759" y="115538"/>
                  <a:pt x="751904" y="120777"/>
                  <a:pt x="768001" y="120777"/>
                </a:cubicBezTo>
                <a:cubicBezTo>
                  <a:pt x="784098" y="120777"/>
                  <a:pt x="798005" y="115729"/>
                  <a:pt x="808196" y="105537"/>
                </a:cubicBezTo>
                <a:cubicBezTo>
                  <a:pt x="818388" y="95345"/>
                  <a:pt x="823436" y="82677"/>
                  <a:pt x="823436" y="67627"/>
                </a:cubicBezTo>
                <a:cubicBezTo>
                  <a:pt x="823436" y="52578"/>
                  <a:pt x="818388" y="39815"/>
                  <a:pt x="808196" y="29718"/>
                </a:cubicBezTo>
                <a:cubicBezTo>
                  <a:pt x="798005" y="19526"/>
                  <a:pt x="784669" y="14478"/>
                  <a:pt x="768001" y="14478"/>
                </a:cubicBezTo>
                <a:close/>
                <a:moveTo>
                  <a:pt x="723329" y="572834"/>
                </a:moveTo>
                <a:lnTo>
                  <a:pt x="812292" y="572834"/>
                </a:lnTo>
                <a:lnTo>
                  <a:pt x="812292" y="191834"/>
                </a:lnTo>
                <a:lnTo>
                  <a:pt x="723329" y="191834"/>
                </a:lnTo>
                <a:lnTo>
                  <a:pt x="723329" y="572834"/>
                </a:lnTo>
                <a:close/>
                <a:moveTo>
                  <a:pt x="1079278" y="581787"/>
                </a:moveTo>
                <a:cubicBezTo>
                  <a:pt x="1112234" y="581787"/>
                  <a:pt x="1142238" y="575120"/>
                  <a:pt x="1169099" y="561689"/>
                </a:cubicBezTo>
                <a:cubicBezTo>
                  <a:pt x="1195959" y="548259"/>
                  <a:pt x="1217867" y="527876"/>
                  <a:pt x="1234726" y="500253"/>
                </a:cubicBezTo>
                <a:lnTo>
                  <a:pt x="1165860" y="461582"/>
                </a:lnTo>
                <a:cubicBezTo>
                  <a:pt x="1154716" y="478250"/>
                  <a:pt x="1142048" y="490061"/>
                  <a:pt x="1127951" y="497110"/>
                </a:cubicBezTo>
                <a:cubicBezTo>
                  <a:pt x="1113854" y="504158"/>
                  <a:pt x="1098328" y="507683"/>
                  <a:pt x="1081469" y="507683"/>
                </a:cubicBezTo>
                <a:cubicBezTo>
                  <a:pt x="1049179" y="507683"/>
                  <a:pt x="1023461" y="496919"/>
                  <a:pt x="1004126" y="475298"/>
                </a:cubicBezTo>
                <a:cubicBezTo>
                  <a:pt x="984790" y="453676"/>
                  <a:pt x="975074" y="423005"/>
                  <a:pt x="975074" y="383000"/>
                </a:cubicBezTo>
                <a:cubicBezTo>
                  <a:pt x="975074" y="342995"/>
                  <a:pt x="984885" y="311087"/>
                  <a:pt x="1004506" y="288512"/>
                </a:cubicBezTo>
                <a:cubicBezTo>
                  <a:pt x="1024128" y="265938"/>
                  <a:pt x="1048988" y="254699"/>
                  <a:pt x="1079278" y="254699"/>
                </a:cubicBezTo>
                <a:cubicBezTo>
                  <a:pt x="1096613" y="254699"/>
                  <a:pt x="1112044" y="258318"/>
                  <a:pt x="1125379" y="265462"/>
                </a:cubicBezTo>
                <a:cubicBezTo>
                  <a:pt x="1138809" y="272701"/>
                  <a:pt x="1151192" y="284798"/>
                  <a:pt x="1162622" y="301943"/>
                </a:cubicBezTo>
                <a:lnTo>
                  <a:pt x="1232535" y="267367"/>
                </a:lnTo>
                <a:cubicBezTo>
                  <a:pt x="1219105" y="239554"/>
                  <a:pt x="1199102" y="218599"/>
                  <a:pt x="1172432" y="204311"/>
                </a:cubicBezTo>
                <a:cubicBezTo>
                  <a:pt x="1145762" y="190024"/>
                  <a:pt x="1115663" y="182880"/>
                  <a:pt x="1082231" y="182880"/>
                </a:cubicBezTo>
                <a:cubicBezTo>
                  <a:pt x="1023652" y="182880"/>
                  <a:pt x="976027" y="201263"/>
                  <a:pt x="939356" y="238125"/>
                </a:cubicBezTo>
                <a:cubicBezTo>
                  <a:pt x="902589" y="274987"/>
                  <a:pt x="884301" y="325279"/>
                  <a:pt x="884301" y="389001"/>
                </a:cubicBezTo>
                <a:cubicBezTo>
                  <a:pt x="884301" y="447008"/>
                  <a:pt x="901541" y="493681"/>
                  <a:pt x="936022" y="528923"/>
                </a:cubicBezTo>
                <a:cubicBezTo>
                  <a:pt x="970502" y="564166"/>
                  <a:pt x="1018223" y="581787"/>
                  <a:pt x="1079278" y="581787"/>
                </a:cubicBezTo>
                <a:close/>
                <a:moveTo>
                  <a:pt x="1393031" y="384524"/>
                </a:moveTo>
                <a:cubicBezTo>
                  <a:pt x="1393031" y="348044"/>
                  <a:pt x="1400937" y="318707"/>
                  <a:pt x="1416653" y="296323"/>
                </a:cubicBezTo>
                <a:cubicBezTo>
                  <a:pt x="1432370" y="274034"/>
                  <a:pt x="1453039" y="262795"/>
                  <a:pt x="1478566" y="262795"/>
                </a:cubicBezTo>
                <a:cubicBezTo>
                  <a:pt x="1486757" y="262795"/>
                  <a:pt x="1494473" y="263557"/>
                  <a:pt x="1501807" y="265176"/>
                </a:cubicBezTo>
                <a:cubicBezTo>
                  <a:pt x="1509141" y="266795"/>
                  <a:pt x="1516380" y="268986"/>
                  <a:pt x="1523619" y="271653"/>
                </a:cubicBezTo>
                <a:lnTo>
                  <a:pt x="1547432" y="195739"/>
                </a:lnTo>
                <a:cubicBezTo>
                  <a:pt x="1538002" y="191548"/>
                  <a:pt x="1529239" y="188690"/>
                  <a:pt x="1521047" y="187166"/>
                </a:cubicBezTo>
                <a:cubicBezTo>
                  <a:pt x="1512856" y="185642"/>
                  <a:pt x="1503902" y="184975"/>
                  <a:pt x="1494282" y="184975"/>
                </a:cubicBezTo>
                <a:cubicBezTo>
                  <a:pt x="1471422" y="184975"/>
                  <a:pt x="1451324" y="191452"/>
                  <a:pt x="1433989" y="204502"/>
                </a:cubicBezTo>
                <a:cubicBezTo>
                  <a:pt x="1416653" y="217551"/>
                  <a:pt x="1403509" y="236220"/>
                  <a:pt x="1394555" y="260509"/>
                </a:cubicBezTo>
                <a:lnTo>
                  <a:pt x="1393031" y="260509"/>
                </a:lnTo>
                <a:lnTo>
                  <a:pt x="1393031" y="191643"/>
                </a:lnTo>
                <a:lnTo>
                  <a:pt x="1304068" y="191643"/>
                </a:lnTo>
                <a:lnTo>
                  <a:pt x="1304068" y="572643"/>
                </a:lnTo>
                <a:lnTo>
                  <a:pt x="1393031" y="572643"/>
                </a:lnTo>
                <a:lnTo>
                  <a:pt x="1393031" y="384334"/>
                </a:lnTo>
                <a:close/>
                <a:moveTo>
                  <a:pt x="1621917" y="528542"/>
                </a:moveTo>
                <a:cubicBezTo>
                  <a:pt x="1586294" y="493109"/>
                  <a:pt x="1568482" y="445294"/>
                  <a:pt x="1568482" y="385286"/>
                </a:cubicBezTo>
                <a:cubicBezTo>
                  <a:pt x="1568768" y="324517"/>
                  <a:pt x="1587532" y="275558"/>
                  <a:pt x="1625060" y="238506"/>
                </a:cubicBezTo>
                <a:cubicBezTo>
                  <a:pt x="1662494" y="201454"/>
                  <a:pt x="1711262" y="182880"/>
                  <a:pt x="1771269" y="182880"/>
                </a:cubicBezTo>
                <a:cubicBezTo>
                  <a:pt x="1831277" y="182880"/>
                  <a:pt x="1879473" y="201073"/>
                  <a:pt x="1914335" y="237554"/>
                </a:cubicBezTo>
                <a:cubicBezTo>
                  <a:pt x="1949196" y="274034"/>
                  <a:pt x="1966627" y="321183"/>
                  <a:pt x="1966627" y="378905"/>
                </a:cubicBezTo>
                <a:cubicBezTo>
                  <a:pt x="1966627" y="436626"/>
                  <a:pt x="1948244" y="486537"/>
                  <a:pt x="1911572" y="524542"/>
                </a:cubicBezTo>
                <a:cubicBezTo>
                  <a:pt x="1874901" y="562642"/>
                  <a:pt x="1826324" y="581692"/>
                  <a:pt x="1766126" y="581692"/>
                </a:cubicBezTo>
                <a:cubicBezTo>
                  <a:pt x="1705928" y="581692"/>
                  <a:pt x="1657540" y="563975"/>
                  <a:pt x="1621917" y="528447"/>
                </a:cubicBezTo>
                <a:close/>
                <a:moveTo>
                  <a:pt x="1659350" y="383477"/>
                </a:moveTo>
                <a:cubicBezTo>
                  <a:pt x="1659350" y="422720"/>
                  <a:pt x="1669256" y="453580"/>
                  <a:pt x="1688973" y="476155"/>
                </a:cubicBezTo>
                <a:cubicBezTo>
                  <a:pt x="1708690" y="498729"/>
                  <a:pt x="1735550" y="509969"/>
                  <a:pt x="1769555" y="509969"/>
                </a:cubicBezTo>
                <a:cubicBezTo>
                  <a:pt x="1803559" y="509969"/>
                  <a:pt x="1829372" y="498348"/>
                  <a:pt x="1847850" y="475012"/>
                </a:cubicBezTo>
                <a:cubicBezTo>
                  <a:pt x="1866329" y="451675"/>
                  <a:pt x="1875568" y="420434"/>
                  <a:pt x="1875568" y="381286"/>
                </a:cubicBezTo>
                <a:cubicBezTo>
                  <a:pt x="1875568" y="342138"/>
                  <a:pt x="1866233" y="312801"/>
                  <a:pt x="1847660" y="289750"/>
                </a:cubicBezTo>
                <a:cubicBezTo>
                  <a:pt x="1829086" y="266700"/>
                  <a:pt x="1802892" y="255175"/>
                  <a:pt x="1769174" y="255175"/>
                </a:cubicBezTo>
                <a:cubicBezTo>
                  <a:pt x="1735455" y="255175"/>
                  <a:pt x="1709357" y="267081"/>
                  <a:pt x="1689354" y="290894"/>
                </a:cubicBezTo>
                <a:cubicBezTo>
                  <a:pt x="1669352" y="314706"/>
                  <a:pt x="1659446" y="345567"/>
                  <a:pt x="1659446" y="383572"/>
                </a:cubicBezTo>
                <a:close/>
                <a:moveTo>
                  <a:pt x="2267426" y="547878"/>
                </a:moveTo>
                <a:cubicBezTo>
                  <a:pt x="2294477" y="525304"/>
                  <a:pt x="2308003" y="495681"/>
                  <a:pt x="2308003" y="458915"/>
                </a:cubicBezTo>
                <a:cubicBezTo>
                  <a:pt x="2308003" y="426149"/>
                  <a:pt x="2297621" y="399859"/>
                  <a:pt x="2276761" y="380048"/>
                </a:cubicBezTo>
                <a:cubicBezTo>
                  <a:pt x="2255901" y="360236"/>
                  <a:pt x="2224373" y="346710"/>
                  <a:pt x="2182273" y="339471"/>
                </a:cubicBezTo>
                <a:cubicBezTo>
                  <a:pt x="2155222" y="334232"/>
                  <a:pt x="2136839" y="328232"/>
                  <a:pt x="2127028" y="321278"/>
                </a:cubicBezTo>
                <a:cubicBezTo>
                  <a:pt x="2117217" y="314325"/>
                  <a:pt x="2112359" y="304705"/>
                  <a:pt x="2112359" y="292227"/>
                </a:cubicBezTo>
                <a:cubicBezTo>
                  <a:pt x="2112359" y="279749"/>
                  <a:pt x="2117027" y="269272"/>
                  <a:pt x="2126456" y="261366"/>
                </a:cubicBezTo>
                <a:cubicBezTo>
                  <a:pt x="2135886" y="253460"/>
                  <a:pt x="2149602" y="249460"/>
                  <a:pt x="2167795" y="249460"/>
                </a:cubicBezTo>
                <a:cubicBezTo>
                  <a:pt x="2184654" y="249460"/>
                  <a:pt x="2199227" y="252413"/>
                  <a:pt x="2211515" y="258413"/>
                </a:cubicBezTo>
                <a:cubicBezTo>
                  <a:pt x="2223802" y="264414"/>
                  <a:pt x="2235613" y="273272"/>
                  <a:pt x="2247043" y="285179"/>
                </a:cubicBezTo>
                <a:lnTo>
                  <a:pt x="2298764" y="238316"/>
                </a:lnTo>
                <a:cubicBezTo>
                  <a:pt x="2284381" y="219742"/>
                  <a:pt x="2265902" y="205835"/>
                  <a:pt x="2243328" y="196596"/>
                </a:cubicBezTo>
                <a:cubicBezTo>
                  <a:pt x="2220754" y="187452"/>
                  <a:pt x="2196465" y="182785"/>
                  <a:pt x="2170367" y="182785"/>
                </a:cubicBezTo>
                <a:cubicBezTo>
                  <a:pt x="2129695" y="182785"/>
                  <a:pt x="2095976" y="193358"/>
                  <a:pt x="2069211" y="214598"/>
                </a:cubicBezTo>
                <a:cubicBezTo>
                  <a:pt x="2042446" y="235839"/>
                  <a:pt x="2029015" y="264986"/>
                  <a:pt x="2029015" y="302228"/>
                </a:cubicBezTo>
                <a:cubicBezTo>
                  <a:pt x="2029015" y="331280"/>
                  <a:pt x="2038922" y="355664"/>
                  <a:pt x="2058638" y="375380"/>
                </a:cubicBezTo>
                <a:cubicBezTo>
                  <a:pt x="2078355" y="395097"/>
                  <a:pt x="2113121" y="409289"/>
                  <a:pt x="2163032" y="417957"/>
                </a:cubicBezTo>
                <a:cubicBezTo>
                  <a:pt x="2183321" y="421672"/>
                  <a:pt x="2198656" y="427673"/>
                  <a:pt x="2208943" y="435959"/>
                </a:cubicBezTo>
                <a:cubicBezTo>
                  <a:pt x="2219230" y="444246"/>
                  <a:pt x="2224373" y="454628"/>
                  <a:pt x="2224373" y="467011"/>
                </a:cubicBezTo>
                <a:cubicBezTo>
                  <a:pt x="2224373" y="482155"/>
                  <a:pt x="2218944" y="493871"/>
                  <a:pt x="2207990" y="502158"/>
                </a:cubicBezTo>
                <a:cubicBezTo>
                  <a:pt x="2197037" y="510445"/>
                  <a:pt x="2181797" y="514636"/>
                  <a:pt x="2162271" y="514636"/>
                </a:cubicBezTo>
                <a:cubicBezTo>
                  <a:pt x="2144935" y="514636"/>
                  <a:pt x="2128361" y="510730"/>
                  <a:pt x="2112645" y="502920"/>
                </a:cubicBezTo>
                <a:cubicBezTo>
                  <a:pt x="2096929" y="495109"/>
                  <a:pt x="2082070" y="482060"/>
                  <a:pt x="2068163" y="463677"/>
                </a:cubicBezTo>
                <a:lnTo>
                  <a:pt x="2014633" y="511683"/>
                </a:lnTo>
                <a:cubicBezTo>
                  <a:pt x="2028730" y="534543"/>
                  <a:pt x="2048828" y="551879"/>
                  <a:pt x="2074926" y="563785"/>
                </a:cubicBezTo>
                <a:cubicBezTo>
                  <a:pt x="2101025" y="575691"/>
                  <a:pt x="2129885" y="581692"/>
                  <a:pt x="2161604" y="581692"/>
                </a:cubicBezTo>
                <a:cubicBezTo>
                  <a:pt x="2205228" y="581692"/>
                  <a:pt x="2240566" y="570452"/>
                  <a:pt x="2267617" y="547878"/>
                </a:cubicBezTo>
                <a:close/>
                <a:moveTo>
                  <a:pt x="2717292" y="237554"/>
                </a:moveTo>
                <a:cubicBezTo>
                  <a:pt x="2752154" y="274034"/>
                  <a:pt x="2769584" y="321183"/>
                  <a:pt x="2769584" y="378905"/>
                </a:cubicBezTo>
                <a:cubicBezTo>
                  <a:pt x="2769584" y="436626"/>
                  <a:pt x="2751201" y="486537"/>
                  <a:pt x="2714530" y="524542"/>
                </a:cubicBezTo>
                <a:cubicBezTo>
                  <a:pt x="2677859" y="562642"/>
                  <a:pt x="2629281" y="581692"/>
                  <a:pt x="2569083" y="581692"/>
                </a:cubicBezTo>
                <a:cubicBezTo>
                  <a:pt x="2508885" y="581692"/>
                  <a:pt x="2460498" y="563975"/>
                  <a:pt x="2424875" y="528447"/>
                </a:cubicBezTo>
                <a:cubicBezTo>
                  <a:pt x="2389251" y="493014"/>
                  <a:pt x="2371439" y="445199"/>
                  <a:pt x="2371439" y="385191"/>
                </a:cubicBezTo>
                <a:cubicBezTo>
                  <a:pt x="2371725" y="324422"/>
                  <a:pt x="2390489" y="275463"/>
                  <a:pt x="2428018" y="238411"/>
                </a:cubicBezTo>
                <a:cubicBezTo>
                  <a:pt x="2465451" y="201359"/>
                  <a:pt x="2514219" y="182785"/>
                  <a:pt x="2574227" y="182785"/>
                </a:cubicBezTo>
                <a:cubicBezTo>
                  <a:pt x="2634234" y="182785"/>
                  <a:pt x="2682431" y="200977"/>
                  <a:pt x="2717292" y="237458"/>
                </a:cubicBezTo>
                <a:close/>
                <a:moveTo>
                  <a:pt x="2678430" y="381191"/>
                </a:moveTo>
                <a:cubicBezTo>
                  <a:pt x="2678430" y="343281"/>
                  <a:pt x="2669096" y="312706"/>
                  <a:pt x="2650522" y="289655"/>
                </a:cubicBezTo>
                <a:cubicBezTo>
                  <a:pt x="2631948" y="266605"/>
                  <a:pt x="2605754" y="255079"/>
                  <a:pt x="2572036" y="255079"/>
                </a:cubicBezTo>
                <a:cubicBezTo>
                  <a:pt x="2538317" y="255079"/>
                  <a:pt x="2512219" y="266986"/>
                  <a:pt x="2492216" y="290798"/>
                </a:cubicBezTo>
                <a:cubicBezTo>
                  <a:pt x="2472214" y="314611"/>
                  <a:pt x="2462308" y="345472"/>
                  <a:pt x="2462308" y="383477"/>
                </a:cubicBezTo>
                <a:cubicBezTo>
                  <a:pt x="2462308" y="421481"/>
                  <a:pt x="2472214" y="453580"/>
                  <a:pt x="2491931" y="476155"/>
                </a:cubicBezTo>
                <a:cubicBezTo>
                  <a:pt x="2511647" y="498729"/>
                  <a:pt x="2538508" y="509969"/>
                  <a:pt x="2572512" y="509969"/>
                </a:cubicBezTo>
                <a:cubicBezTo>
                  <a:pt x="2606516" y="509969"/>
                  <a:pt x="2632329" y="498348"/>
                  <a:pt x="2650808" y="475012"/>
                </a:cubicBezTo>
                <a:cubicBezTo>
                  <a:pt x="2669286" y="451675"/>
                  <a:pt x="2678525" y="420434"/>
                  <a:pt x="2678525" y="381286"/>
                </a:cubicBezTo>
                <a:close/>
                <a:moveTo>
                  <a:pt x="3280410" y="494729"/>
                </a:moveTo>
                <a:cubicBezTo>
                  <a:pt x="3272028" y="500634"/>
                  <a:pt x="3264313" y="504920"/>
                  <a:pt x="3257360" y="507397"/>
                </a:cubicBezTo>
                <a:cubicBezTo>
                  <a:pt x="3250406" y="509873"/>
                  <a:pt x="3243453" y="511112"/>
                  <a:pt x="3236500" y="511112"/>
                </a:cubicBezTo>
                <a:cubicBezTo>
                  <a:pt x="3223070" y="511112"/>
                  <a:pt x="3212687" y="506730"/>
                  <a:pt x="3205258" y="497872"/>
                </a:cubicBezTo>
                <a:cubicBezTo>
                  <a:pt x="3197829" y="489109"/>
                  <a:pt x="3194114" y="475393"/>
                  <a:pt x="3194114" y="456724"/>
                </a:cubicBezTo>
                <a:lnTo>
                  <a:pt x="3194114" y="260985"/>
                </a:lnTo>
                <a:lnTo>
                  <a:pt x="3291269" y="260985"/>
                </a:lnTo>
                <a:lnTo>
                  <a:pt x="3291269" y="191738"/>
                </a:lnTo>
                <a:lnTo>
                  <a:pt x="3194114" y="191738"/>
                </a:lnTo>
                <a:lnTo>
                  <a:pt x="3194114" y="82677"/>
                </a:lnTo>
                <a:lnTo>
                  <a:pt x="3105150" y="98298"/>
                </a:lnTo>
                <a:lnTo>
                  <a:pt x="3105150" y="191643"/>
                </a:lnTo>
                <a:lnTo>
                  <a:pt x="2957227" y="191643"/>
                </a:lnTo>
                <a:lnTo>
                  <a:pt x="2957227" y="130969"/>
                </a:lnTo>
                <a:cubicBezTo>
                  <a:pt x="2957227" y="111157"/>
                  <a:pt x="2961513" y="96202"/>
                  <a:pt x="2970086" y="86297"/>
                </a:cubicBezTo>
                <a:cubicBezTo>
                  <a:pt x="2978658" y="76391"/>
                  <a:pt x="2990850" y="71438"/>
                  <a:pt x="3006757" y="71438"/>
                </a:cubicBezTo>
                <a:cubicBezTo>
                  <a:pt x="3014948" y="71438"/>
                  <a:pt x="3022473" y="72581"/>
                  <a:pt x="3029236" y="74962"/>
                </a:cubicBezTo>
                <a:cubicBezTo>
                  <a:pt x="3036094" y="77343"/>
                  <a:pt x="3042666" y="80581"/>
                  <a:pt x="3049143" y="84868"/>
                </a:cubicBezTo>
                <a:lnTo>
                  <a:pt x="3085624" y="20479"/>
                </a:lnTo>
                <a:cubicBezTo>
                  <a:pt x="3072479" y="13525"/>
                  <a:pt x="3059049" y="8382"/>
                  <a:pt x="3045429" y="5048"/>
                </a:cubicBezTo>
                <a:cubicBezTo>
                  <a:pt x="3031808" y="1715"/>
                  <a:pt x="3017615" y="0"/>
                  <a:pt x="3003042" y="0"/>
                </a:cubicBezTo>
                <a:cubicBezTo>
                  <a:pt x="2960370" y="0"/>
                  <a:pt x="2927318" y="11621"/>
                  <a:pt x="2903887" y="34957"/>
                </a:cubicBezTo>
                <a:cubicBezTo>
                  <a:pt x="2880455" y="58293"/>
                  <a:pt x="2868740" y="90011"/>
                  <a:pt x="2868740" y="130207"/>
                </a:cubicBezTo>
                <a:lnTo>
                  <a:pt x="2868740" y="191643"/>
                </a:lnTo>
                <a:lnTo>
                  <a:pt x="2803970" y="191643"/>
                </a:lnTo>
                <a:lnTo>
                  <a:pt x="2803970" y="260890"/>
                </a:lnTo>
                <a:lnTo>
                  <a:pt x="2868740" y="260890"/>
                </a:lnTo>
                <a:lnTo>
                  <a:pt x="2868740" y="572643"/>
                </a:lnTo>
                <a:lnTo>
                  <a:pt x="2957322" y="572643"/>
                </a:lnTo>
                <a:lnTo>
                  <a:pt x="2957322" y="260890"/>
                </a:lnTo>
                <a:lnTo>
                  <a:pt x="3105246" y="260890"/>
                </a:lnTo>
                <a:lnTo>
                  <a:pt x="3105246" y="469297"/>
                </a:lnTo>
                <a:cubicBezTo>
                  <a:pt x="3105246" y="505968"/>
                  <a:pt x="3114675" y="533876"/>
                  <a:pt x="3133535" y="553022"/>
                </a:cubicBezTo>
                <a:cubicBezTo>
                  <a:pt x="3152394" y="572167"/>
                  <a:pt x="3180588" y="581692"/>
                  <a:pt x="3218021" y="581692"/>
                </a:cubicBezTo>
                <a:cubicBezTo>
                  <a:pt x="3236405" y="581692"/>
                  <a:pt x="3253454" y="579311"/>
                  <a:pt x="3269171" y="574453"/>
                </a:cubicBezTo>
                <a:cubicBezTo>
                  <a:pt x="3284887" y="569595"/>
                  <a:pt x="3297841" y="563118"/>
                  <a:pt x="3308033" y="554926"/>
                </a:cubicBezTo>
                <a:lnTo>
                  <a:pt x="3280505" y="494633"/>
                </a:lnTo>
                <a:close/>
                <a:moveTo>
                  <a:pt x="301181" y="915543"/>
                </a:moveTo>
                <a:lnTo>
                  <a:pt x="497300" y="1449134"/>
                </a:lnTo>
                <a:lnTo>
                  <a:pt x="399860" y="1449134"/>
                </a:lnTo>
                <a:lnTo>
                  <a:pt x="354139" y="1324166"/>
                </a:lnTo>
                <a:lnTo>
                  <a:pt x="140970" y="1324166"/>
                </a:lnTo>
                <a:lnTo>
                  <a:pt x="97441" y="1449134"/>
                </a:lnTo>
                <a:lnTo>
                  <a:pt x="0" y="1449134"/>
                </a:lnTo>
                <a:lnTo>
                  <a:pt x="197930" y="915543"/>
                </a:lnTo>
                <a:lnTo>
                  <a:pt x="301371" y="915543"/>
                </a:lnTo>
                <a:close/>
                <a:moveTo>
                  <a:pt x="329851" y="1247108"/>
                </a:moveTo>
                <a:lnTo>
                  <a:pt x="257651" y="1037654"/>
                </a:lnTo>
                <a:cubicBezTo>
                  <a:pt x="255937" y="1032224"/>
                  <a:pt x="254318" y="1027271"/>
                  <a:pt x="252984" y="1022795"/>
                </a:cubicBezTo>
                <a:cubicBezTo>
                  <a:pt x="251651" y="1018318"/>
                  <a:pt x="250031" y="1012888"/>
                  <a:pt x="248317" y="1006412"/>
                </a:cubicBezTo>
                <a:lnTo>
                  <a:pt x="246126" y="1006412"/>
                </a:lnTo>
                <a:cubicBezTo>
                  <a:pt x="244412" y="1012317"/>
                  <a:pt x="242792" y="1017651"/>
                  <a:pt x="241459" y="1022223"/>
                </a:cubicBezTo>
                <a:cubicBezTo>
                  <a:pt x="240125" y="1026795"/>
                  <a:pt x="238411" y="1031938"/>
                  <a:pt x="236411" y="1037654"/>
                </a:cubicBezTo>
                <a:lnTo>
                  <a:pt x="164973" y="1247108"/>
                </a:lnTo>
                <a:lnTo>
                  <a:pt x="329756" y="1247108"/>
                </a:lnTo>
                <a:close/>
                <a:moveTo>
                  <a:pt x="557403" y="1449134"/>
                </a:moveTo>
                <a:lnTo>
                  <a:pt x="648557" y="1449134"/>
                </a:lnTo>
                <a:lnTo>
                  <a:pt x="648557" y="915543"/>
                </a:lnTo>
                <a:lnTo>
                  <a:pt x="557403" y="915543"/>
                </a:lnTo>
                <a:lnTo>
                  <a:pt x="557403" y="1449134"/>
                </a:lnTo>
                <a:close/>
                <a:moveTo>
                  <a:pt x="1271778" y="915543"/>
                </a:moveTo>
                <a:lnTo>
                  <a:pt x="883730" y="915543"/>
                </a:lnTo>
                <a:lnTo>
                  <a:pt x="883730" y="992600"/>
                </a:lnTo>
                <a:lnTo>
                  <a:pt x="1031843" y="992600"/>
                </a:lnTo>
                <a:lnTo>
                  <a:pt x="1031843" y="1449134"/>
                </a:lnTo>
                <a:lnTo>
                  <a:pt x="1122998" y="1449134"/>
                </a:lnTo>
                <a:lnTo>
                  <a:pt x="1122998" y="992600"/>
                </a:lnTo>
                <a:lnTo>
                  <a:pt x="1271778" y="992600"/>
                </a:lnTo>
                <a:lnTo>
                  <a:pt x="1271778" y="915543"/>
                </a:lnTo>
                <a:close/>
                <a:moveTo>
                  <a:pt x="1581340" y="1113854"/>
                </a:moveTo>
                <a:cubicBezTo>
                  <a:pt x="1616202" y="1150334"/>
                  <a:pt x="1633633" y="1197483"/>
                  <a:pt x="1633633" y="1255205"/>
                </a:cubicBezTo>
                <a:cubicBezTo>
                  <a:pt x="1633633" y="1312926"/>
                  <a:pt x="1615250" y="1362837"/>
                  <a:pt x="1578578" y="1400842"/>
                </a:cubicBezTo>
                <a:cubicBezTo>
                  <a:pt x="1541812" y="1438942"/>
                  <a:pt x="1493330" y="1457992"/>
                  <a:pt x="1433132" y="1457992"/>
                </a:cubicBezTo>
                <a:cubicBezTo>
                  <a:pt x="1372934" y="1457992"/>
                  <a:pt x="1324547" y="1440275"/>
                  <a:pt x="1288923" y="1404747"/>
                </a:cubicBezTo>
                <a:cubicBezTo>
                  <a:pt x="1253300" y="1369314"/>
                  <a:pt x="1235488" y="1321499"/>
                  <a:pt x="1235488" y="1261491"/>
                </a:cubicBezTo>
                <a:cubicBezTo>
                  <a:pt x="1235774" y="1200722"/>
                  <a:pt x="1254538" y="1151763"/>
                  <a:pt x="1292066" y="1114711"/>
                </a:cubicBezTo>
                <a:cubicBezTo>
                  <a:pt x="1329500" y="1077659"/>
                  <a:pt x="1378268" y="1059085"/>
                  <a:pt x="1438275" y="1059085"/>
                </a:cubicBezTo>
                <a:cubicBezTo>
                  <a:pt x="1498283" y="1059085"/>
                  <a:pt x="1546479" y="1077278"/>
                  <a:pt x="1581340" y="1113758"/>
                </a:cubicBezTo>
                <a:close/>
                <a:moveTo>
                  <a:pt x="1542479" y="1257491"/>
                </a:moveTo>
                <a:cubicBezTo>
                  <a:pt x="1542479" y="1219581"/>
                  <a:pt x="1533144" y="1189006"/>
                  <a:pt x="1514570" y="1165955"/>
                </a:cubicBezTo>
                <a:cubicBezTo>
                  <a:pt x="1495997" y="1142905"/>
                  <a:pt x="1469803" y="1131380"/>
                  <a:pt x="1436084" y="1131380"/>
                </a:cubicBezTo>
                <a:cubicBezTo>
                  <a:pt x="1402366" y="1131380"/>
                  <a:pt x="1376267" y="1143286"/>
                  <a:pt x="1356265" y="1167098"/>
                </a:cubicBezTo>
                <a:cubicBezTo>
                  <a:pt x="1336262" y="1190911"/>
                  <a:pt x="1326356" y="1221772"/>
                  <a:pt x="1326356" y="1259777"/>
                </a:cubicBezTo>
                <a:cubicBezTo>
                  <a:pt x="1326356" y="1297781"/>
                  <a:pt x="1336262" y="1329881"/>
                  <a:pt x="1355979" y="1352455"/>
                </a:cubicBezTo>
                <a:cubicBezTo>
                  <a:pt x="1375696" y="1375029"/>
                  <a:pt x="1402556" y="1386269"/>
                  <a:pt x="1436561" y="1386269"/>
                </a:cubicBezTo>
                <a:cubicBezTo>
                  <a:pt x="1470565" y="1386269"/>
                  <a:pt x="1496378" y="1374648"/>
                  <a:pt x="1514856" y="1351312"/>
                </a:cubicBezTo>
                <a:cubicBezTo>
                  <a:pt x="1533335" y="1327976"/>
                  <a:pt x="1542574" y="1296734"/>
                  <a:pt x="1542574" y="1257586"/>
                </a:cubicBezTo>
                <a:close/>
                <a:moveTo>
                  <a:pt x="1951577" y="1285399"/>
                </a:moveTo>
                <a:cubicBezTo>
                  <a:pt x="1951577" y="1314450"/>
                  <a:pt x="1943290" y="1338453"/>
                  <a:pt x="1926622" y="1357598"/>
                </a:cubicBezTo>
                <a:cubicBezTo>
                  <a:pt x="1910048" y="1376744"/>
                  <a:pt x="1888522" y="1386269"/>
                  <a:pt x="1862233" y="1386269"/>
                </a:cubicBezTo>
                <a:cubicBezTo>
                  <a:pt x="1835944" y="1386269"/>
                  <a:pt x="1817465" y="1378268"/>
                  <a:pt x="1805273" y="1362266"/>
                </a:cubicBezTo>
                <a:cubicBezTo>
                  <a:pt x="1793081" y="1346264"/>
                  <a:pt x="1787081" y="1322356"/>
                  <a:pt x="1787081" y="1290638"/>
                </a:cubicBezTo>
                <a:lnTo>
                  <a:pt x="1787081" y="1068134"/>
                </a:lnTo>
                <a:lnTo>
                  <a:pt x="1698498" y="1068134"/>
                </a:lnTo>
                <a:lnTo>
                  <a:pt x="1698498" y="1302544"/>
                </a:lnTo>
                <a:cubicBezTo>
                  <a:pt x="1698498" y="1353407"/>
                  <a:pt x="1709833" y="1391984"/>
                  <a:pt x="1732502" y="1418463"/>
                </a:cubicBezTo>
                <a:cubicBezTo>
                  <a:pt x="1755172" y="1444943"/>
                  <a:pt x="1788890" y="1458087"/>
                  <a:pt x="1833563" y="1458087"/>
                </a:cubicBezTo>
                <a:cubicBezTo>
                  <a:pt x="1856423" y="1458087"/>
                  <a:pt x="1878425" y="1452563"/>
                  <a:pt x="1899571" y="1441514"/>
                </a:cubicBezTo>
                <a:cubicBezTo>
                  <a:pt x="1920716" y="1430465"/>
                  <a:pt x="1937480" y="1415796"/>
                  <a:pt x="1949577" y="1397413"/>
                </a:cubicBezTo>
                <a:lnTo>
                  <a:pt x="1951482" y="1397413"/>
                </a:lnTo>
                <a:lnTo>
                  <a:pt x="1951482" y="1449134"/>
                </a:lnTo>
                <a:lnTo>
                  <a:pt x="2040446" y="1449134"/>
                </a:lnTo>
                <a:lnTo>
                  <a:pt x="2040446" y="1068134"/>
                </a:lnTo>
                <a:lnTo>
                  <a:pt x="1951482" y="1068134"/>
                </a:lnTo>
                <a:lnTo>
                  <a:pt x="1951482" y="1285399"/>
                </a:lnTo>
                <a:close/>
                <a:moveTo>
                  <a:pt x="2326767" y="1061466"/>
                </a:moveTo>
                <a:cubicBezTo>
                  <a:pt x="2303907" y="1061466"/>
                  <a:pt x="2283809" y="1067943"/>
                  <a:pt x="2266474" y="1080992"/>
                </a:cubicBezTo>
                <a:cubicBezTo>
                  <a:pt x="2249138" y="1094042"/>
                  <a:pt x="2235994" y="1112711"/>
                  <a:pt x="2227040" y="1136999"/>
                </a:cubicBezTo>
                <a:lnTo>
                  <a:pt x="2225516" y="1136999"/>
                </a:lnTo>
                <a:lnTo>
                  <a:pt x="2225516" y="1068134"/>
                </a:lnTo>
                <a:lnTo>
                  <a:pt x="2136553" y="1068134"/>
                </a:lnTo>
                <a:lnTo>
                  <a:pt x="2136553" y="1449134"/>
                </a:lnTo>
                <a:lnTo>
                  <a:pt x="2225516" y="1449134"/>
                </a:lnTo>
                <a:lnTo>
                  <a:pt x="2225516" y="1260824"/>
                </a:lnTo>
                <a:cubicBezTo>
                  <a:pt x="2225516" y="1224344"/>
                  <a:pt x="2233422" y="1195007"/>
                  <a:pt x="2249138" y="1172623"/>
                </a:cubicBezTo>
                <a:cubicBezTo>
                  <a:pt x="2264855" y="1150334"/>
                  <a:pt x="2285524" y="1139095"/>
                  <a:pt x="2311051" y="1139095"/>
                </a:cubicBezTo>
                <a:cubicBezTo>
                  <a:pt x="2319242" y="1139095"/>
                  <a:pt x="2326958" y="1139857"/>
                  <a:pt x="2334292" y="1141476"/>
                </a:cubicBezTo>
                <a:cubicBezTo>
                  <a:pt x="2341626" y="1143095"/>
                  <a:pt x="2348865" y="1145286"/>
                  <a:pt x="2356104" y="1147953"/>
                </a:cubicBezTo>
                <a:lnTo>
                  <a:pt x="2379917" y="1072039"/>
                </a:lnTo>
                <a:cubicBezTo>
                  <a:pt x="2370487" y="1067848"/>
                  <a:pt x="2361724" y="1064990"/>
                  <a:pt x="2353532" y="1063466"/>
                </a:cubicBezTo>
                <a:cubicBezTo>
                  <a:pt x="2345341" y="1061942"/>
                  <a:pt x="2336387" y="1061276"/>
                  <a:pt x="2326767" y="1061276"/>
                </a:cubicBezTo>
                <a:close/>
              </a:path>
            </a:pathLst>
          </a:custGeom>
          <a:gradFill>
            <a:gsLst>
              <a:gs pos="100000">
                <a:srgbClr val="0078D4"/>
              </a:gs>
              <a:gs pos="3000">
                <a:srgbClr val="463668"/>
              </a:gs>
            </a:gsLst>
            <a:lin ang="0" scaled="0"/>
          </a:gradFill>
          <a:ln w="9525" cap="flat">
            <a:noFill/>
            <a:prstDash val="solid"/>
            <a:miter/>
          </a:ln>
        </p:spPr>
        <p:txBody>
          <a:bodyPr/>
          <a:lstStyle/>
          <a:p>
            <a:endParaRPr lang="en-US"/>
          </a:p>
        </p:txBody>
      </p:sp>
      <p:pic>
        <p:nvPicPr>
          <p:cNvPr id="17" name="MS logo gray - EMF" descr="Microsoft logo, gray text version">
            <a:extLst>
              <a:ext uri="{FF2B5EF4-FFF2-40B4-BE49-F238E27FC236}">
                <a16:creationId xmlns:a16="http://schemas.microsoft.com/office/drawing/2014/main" id="{B605AFFB-ECC7-BC73-2966-D56BADE09BC9}"/>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bwMode="black">
          <a:xfrm>
            <a:off x="584200" y="585788"/>
            <a:ext cx="1366440" cy="292608"/>
          </a:xfrm>
          <a:prstGeom prst="rect">
            <a:avLst/>
          </a:prstGeom>
        </p:spPr>
      </p:pic>
    </p:spTree>
    <p:extLst>
      <p:ext uri="{BB962C8B-B14F-4D97-AF65-F5344CB8AC3E}">
        <p14:creationId xmlns:p14="http://schemas.microsoft.com/office/powerpoint/2010/main" val="2396871315"/>
      </p:ext>
    </p:extLst>
  </p:cSld>
  <p:clrMapOvr>
    <a:masterClrMapping/>
  </p:clrMapOvr>
  <p:transition>
    <p:fade/>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9" name="Title 1"/>
          <p:cNvSpPr>
            <a:spLocks noGrp="1"/>
          </p:cNvSpPr>
          <p:nvPr>
            <p:ph type="title" hasCustomPrompt="1"/>
          </p:nvPr>
        </p:nvSpPr>
        <p:spPr bwMode="white">
          <a:xfrm>
            <a:off x="584200" y="2425780"/>
            <a:ext cx="5943600" cy="1107996"/>
          </a:xfrm>
          <a:noFill/>
        </p:spPr>
        <p:txBody>
          <a:bodyPr lIns="0" tIns="0" rIns="0" bIns="0" anchor="b" anchorCtr="0">
            <a:spAutoFit/>
          </a:bodyPr>
          <a:lstStyle>
            <a:lvl1pPr algn="l" defTabSz="932742" rtl="0" eaLnBrk="1" latinLnBrk="0" hangingPunct="1">
              <a:lnSpc>
                <a:spcPct val="100000"/>
              </a:lnSpc>
              <a:spcBef>
                <a:spcPct val="0"/>
              </a:spcBef>
              <a:buNone/>
              <a:defRPr lang="en-US" sz="4000" b="0" kern="1200" cap="none" spc="-50" baseline="0" dirty="0">
                <a:ln w="3175">
                  <a:noFill/>
                </a:ln>
                <a:solidFill>
                  <a:schemeClr val="accent1"/>
                </a:solidFill>
                <a:effectLst/>
                <a:latin typeface="Segoe Sans Display Semibold" pitchFamily="2" charset="0"/>
                <a:ea typeface="+mn-ea"/>
                <a:cs typeface="Segoe Sans Display Semibold" pitchFamily="2" charset="0"/>
              </a:defRPr>
            </a:lvl1pPr>
          </a:lstStyle>
          <a:p>
            <a:pPr marL="0" marR="0" lvl="0" indent="0" algn="l" defTabSz="932742" rtl="0" eaLnBrk="1" fontAlgn="auto" latinLnBrk="0" hangingPunct="1">
              <a:lnSpc>
                <a:spcPct val="90000"/>
              </a:lnSpc>
              <a:spcBef>
                <a:spcPct val="0"/>
              </a:spcBef>
              <a:spcAft>
                <a:spcPts val="0"/>
              </a:spcAft>
              <a:buClrTx/>
              <a:buSzPct val="90000"/>
              <a:buFont typeface="Wingdings" panose="05000000000000000000" pitchFamily="2" charset="2"/>
              <a:buNone/>
              <a:tabLst/>
            </a:pPr>
            <a:r>
              <a:rPr lang="en-US" dirty="0"/>
              <a:t>Event name or presentation title </a:t>
            </a:r>
          </a:p>
        </p:txBody>
      </p:sp>
      <p:sp>
        <p:nvSpPr>
          <p:cNvPr id="5" name="Text Placeholder 4"/>
          <p:cNvSpPr>
            <a:spLocks noGrp="1"/>
          </p:cNvSpPr>
          <p:nvPr>
            <p:ph type="body" sz="quarter" idx="12" hasCustomPrompt="1"/>
          </p:nvPr>
        </p:nvSpPr>
        <p:spPr bwMode="white">
          <a:xfrm>
            <a:off x="584199" y="3962399"/>
            <a:ext cx="5943600" cy="276999"/>
          </a:xfrm>
          <a:noFill/>
        </p:spPr>
        <p:txBody>
          <a:bodyPr wrap="square" lIns="0" tIns="0" rIns="0" bIns="0">
            <a:spAutoFit/>
          </a:bodyPr>
          <a:lstStyle>
            <a:lvl1pPr marL="0" indent="0">
              <a:spcBef>
                <a:spcPts val="0"/>
              </a:spcBef>
              <a:buNone/>
              <a:defRPr sz="1800" spc="0" baseline="0">
                <a:solidFill>
                  <a:schemeClr val="bg1"/>
                </a:solidFill>
                <a:latin typeface="+mn-lt"/>
                <a:cs typeface="Segoe UI" panose="020B0502040204020203" pitchFamily="34" charset="0"/>
              </a:defRPr>
            </a:lvl1pPr>
          </a:lstStyle>
          <a:p>
            <a:pPr lvl="0"/>
            <a:r>
              <a:rPr lang="en-US" dirty="0"/>
              <a:t>Speaker name or subtitle text</a:t>
            </a:r>
          </a:p>
        </p:txBody>
      </p:sp>
      <p:pic>
        <p:nvPicPr>
          <p:cNvPr id="3" name="MS logo gray - EMF" descr="Microsoft logo, gray text version">
            <a:extLst>
              <a:ext uri="{FF2B5EF4-FFF2-40B4-BE49-F238E27FC236}">
                <a16:creationId xmlns:a16="http://schemas.microsoft.com/office/drawing/2014/main" id="{B6A310A5-2746-FFC9-C289-A677D4E84001}"/>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bwMode="black">
          <a:xfrm>
            <a:off x="584200" y="585788"/>
            <a:ext cx="1366440" cy="292608"/>
          </a:xfrm>
          <a:prstGeom prst="rect">
            <a:avLst/>
          </a:prstGeom>
        </p:spPr>
      </p:pic>
    </p:spTree>
    <p:extLst>
      <p:ext uri="{BB962C8B-B14F-4D97-AF65-F5344CB8AC3E}">
        <p14:creationId xmlns:p14="http://schemas.microsoft.com/office/powerpoint/2010/main" val="3534575670"/>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496">
          <p15:clr>
            <a:srgbClr val="5ACBF0"/>
          </p15:clr>
        </p15:guide>
        <p15:guide id="3" pos="6144">
          <p15:clr>
            <a:srgbClr val="5ACBF0"/>
          </p15:clr>
        </p15:guide>
        <p15:guide id="4" orient="horz" pos="216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Slide 2">
    <p:bg>
      <p:bgPr>
        <a:solidFill>
          <a:srgbClr val="FFFFFF"/>
        </a:solidFill>
        <a:effectLst/>
      </p:bgPr>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584200" y="2918223"/>
            <a:ext cx="9144000" cy="615553"/>
          </a:xfrm>
          <a:noFill/>
        </p:spPr>
        <p:txBody>
          <a:bodyPr lIns="0" tIns="0" rIns="0" bIns="0" anchor="b" anchorCtr="0">
            <a:spAutoFit/>
          </a:bodyPr>
          <a:lstStyle>
            <a:lvl1pPr>
              <a:defRPr sz="4000" spc="-50" baseline="0">
                <a:solidFill>
                  <a:schemeClr val="tx1"/>
                </a:solidFill>
                <a:latin typeface="Segoe Sans Display Semibold" pitchFamily="2" charset="0"/>
                <a:cs typeface="Segoe Sans Display Semibold" pitchFamily="2" charset="0"/>
              </a:defRPr>
            </a:lvl1pPr>
          </a:lstStyle>
          <a:p>
            <a:r>
              <a:rPr lang="en-US" dirty="0"/>
              <a:t>Event name or presentation title </a:t>
            </a:r>
          </a:p>
        </p:txBody>
      </p:sp>
      <p:sp>
        <p:nvSpPr>
          <p:cNvPr id="5" name="Text Placeholder 4"/>
          <p:cNvSpPr>
            <a:spLocks noGrp="1"/>
          </p:cNvSpPr>
          <p:nvPr>
            <p:ph type="body" sz="quarter" idx="12" hasCustomPrompt="1"/>
          </p:nvPr>
        </p:nvSpPr>
        <p:spPr>
          <a:xfrm>
            <a:off x="584200" y="3962400"/>
            <a:ext cx="9144000" cy="276999"/>
          </a:xfrm>
          <a:noFill/>
        </p:spPr>
        <p:txBody>
          <a:bodyPr wrap="square" lIns="0" tIns="0" rIns="0" bIns="0">
            <a:spAutoFit/>
          </a:bodyPr>
          <a:lstStyle>
            <a:lvl1pPr marL="0" indent="0">
              <a:spcBef>
                <a:spcPts val="0"/>
              </a:spcBef>
              <a:buNone/>
              <a:defRPr sz="1800" spc="0" baseline="0">
                <a:solidFill>
                  <a:schemeClr val="tx1"/>
                </a:solidFill>
                <a:latin typeface="+mn-lt"/>
                <a:cs typeface="Segoe UI" panose="020B0502040204020203" pitchFamily="34" charset="0"/>
              </a:defRPr>
            </a:lvl1pPr>
          </a:lstStyle>
          <a:p>
            <a:pPr lvl="0"/>
            <a:r>
              <a:rPr lang="en-US" dirty="0"/>
              <a:t>Speaker name or subtitle text</a:t>
            </a:r>
          </a:p>
        </p:txBody>
      </p:sp>
      <p:pic>
        <p:nvPicPr>
          <p:cNvPr id="6" name="MS logo gray - EMF" descr="Microsoft logo, gray text version">
            <a:extLst>
              <a:ext uri="{FF2B5EF4-FFF2-40B4-BE49-F238E27FC236}">
                <a16:creationId xmlns:a16="http://schemas.microsoft.com/office/drawing/2014/main" id="{3B0D12AE-ADCF-1091-117F-BB03F7EC506E}"/>
              </a:ext>
            </a:extLst>
          </p:cNvPr>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bwMode="black">
          <a:xfrm>
            <a:off x="584200" y="585788"/>
            <a:ext cx="1366440" cy="292608"/>
          </a:xfrm>
          <a:prstGeom prst="rect">
            <a:avLst/>
          </a:prstGeom>
        </p:spPr>
      </p:pic>
    </p:spTree>
    <p:extLst>
      <p:ext uri="{BB962C8B-B14F-4D97-AF65-F5344CB8AC3E}">
        <p14:creationId xmlns:p14="http://schemas.microsoft.com/office/powerpoint/2010/main" val="127977028"/>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496">
          <p15:clr>
            <a:srgbClr val="5ACBF0"/>
          </p15:clr>
        </p15:guide>
        <p15:guide id="3" pos="6132">
          <p15:clr>
            <a:srgbClr val="5ACBF0"/>
          </p15:clr>
        </p15:guide>
        <p15:guide id="4" orient="horz" pos="216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FCFEFD-88E5-4869-B5C3-1611B0B50E15}"/>
              </a:ext>
            </a:extLst>
          </p:cNvPr>
          <p:cNvSpPr>
            <a:spLocks noGrp="1"/>
          </p:cNvSpPr>
          <p:nvPr>
            <p:ph type="title"/>
          </p:nvPr>
        </p:nvSpPr>
        <p:spPr/>
        <p:txBody>
          <a:bodyPr/>
          <a:lstStyle>
            <a:lvl1pPr>
              <a:defRPr>
                <a:solidFill>
                  <a:schemeClr val="tx1"/>
                </a:solidFill>
              </a:defRPr>
            </a:lvl1pPr>
          </a:lstStyle>
          <a:p>
            <a:r>
              <a:rPr lang="en-US"/>
              <a:t>Click to edit Master title style</a:t>
            </a:r>
            <a:endParaRPr lang="en-US" dirty="0"/>
          </a:p>
        </p:txBody>
      </p:sp>
      <p:sp>
        <p:nvSpPr>
          <p:cNvPr id="4" name="Content Placeholder 3">
            <a:extLst>
              <a:ext uri="{FF2B5EF4-FFF2-40B4-BE49-F238E27FC236}">
                <a16:creationId xmlns:a16="http://schemas.microsoft.com/office/drawing/2014/main" id="{58A212C2-8B30-4835-8711-AA981B6CFBE1}"/>
              </a:ext>
            </a:extLst>
          </p:cNvPr>
          <p:cNvSpPr>
            <a:spLocks noGrp="1"/>
          </p:cNvSpPr>
          <p:nvPr>
            <p:ph sz="quarter" idx="10"/>
          </p:nvPr>
        </p:nvSpPr>
        <p:spPr>
          <a:xfrm>
            <a:off x="584200" y="1435100"/>
            <a:ext cx="11018838" cy="4833938"/>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Box 5">
            <a:extLst>
              <a:ext uri="{FF2B5EF4-FFF2-40B4-BE49-F238E27FC236}">
                <a16:creationId xmlns:a16="http://schemas.microsoft.com/office/drawing/2014/main" id="{4F9662A5-6E2F-47B0-9B6E-E87983D3753C}"/>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dirty="0">
                <a:solidFill>
                  <a:srgbClr val="A3A3A3"/>
                </a:solidFill>
              </a:rPr>
              <a:t>ELT layout</a:t>
            </a:r>
          </a:p>
        </p:txBody>
      </p:sp>
    </p:spTree>
    <p:extLst>
      <p:ext uri="{BB962C8B-B14F-4D97-AF65-F5344CB8AC3E}">
        <p14:creationId xmlns:p14="http://schemas.microsoft.com/office/powerpoint/2010/main" val="3675771952"/>
      </p:ext>
    </p:extLst>
  </p:cSld>
  <p:clrMapOvr>
    <a:masterClrMapping/>
  </p:clrMapOvr>
  <p:transition>
    <p:fade/>
  </p:transition>
  <p:extLst>
    <p:ext uri="{DCECCB84-F9BA-43D5-87BE-67443E8EF086}">
      <p15:sldGuideLst xmlns:p15="http://schemas.microsoft.com/office/powerpoint/2012/main">
        <p15:guide id="2" orient="horz" pos="1272">
          <p15:clr>
            <a:srgbClr val="5ACBF0"/>
          </p15:clr>
        </p15:guide>
        <p15:guide id="3" orient="horz" pos="288">
          <p15:clr>
            <a:srgbClr val="5ACBF0"/>
          </p15:clr>
        </p15:guide>
        <p15:guide id="5" orient="horz" pos="904">
          <p15:clr>
            <a:srgbClr val="5ACBF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itle &amp; Non-bulleted tex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34B655BA-10A4-4A57-89DB-CFFBE1CA1E33}"/>
              </a:ext>
            </a:extLst>
          </p:cNvPr>
          <p:cNvSpPr>
            <a:spLocks noGrp="1"/>
          </p:cNvSpPr>
          <p:nvPr>
            <p:ph type="title"/>
          </p:nvPr>
        </p:nvSpPr>
        <p:spPr/>
        <p:txBody>
          <a:bodyPr/>
          <a:lstStyle/>
          <a:p>
            <a:r>
              <a:rPr lang="en-US"/>
              <a:t>Click to edit Master title style</a:t>
            </a:r>
            <a:endParaRPr lang="en-US" dirty="0"/>
          </a:p>
        </p:txBody>
      </p:sp>
      <p:sp>
        <p:nvSpPr>
          <p:cNvPr id="4" name="Text Placeholder 3"/>
          <p:cNvSpPr>
            <a:spLocks noGrp="1"/>
          </p:cNvSpPr>
          <p:nvPr>
            <p:ph type="body" sz="quarter" idx="10"/>
          </p:nvPr>
        </p:nvSpPr>
        <p:spPr>
          <a:xfrm>
            <a:off x="586390" y="1434370"/>
            <a:ext cx="11018520" cy="2308324"/>
          </a:xfrm>
        </p:spPr>
        <p:txBody>
          <a:bodyPr wrap="square">
            <a:spAutoFit/>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607216072"/>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905">
          <p15:clr>
            <a:srgbClr val="5ACBF0"/>
          </p15:clr>
        </p15:guide>
        <p15:guide id="4" orient="horz" pos="1272">
          <p15:clr>
            <a:srgbClr val="5ACBF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Two Column Bullet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BE2550-DA43-453C-A328-33C740E65403}"/>
              </a:ext>
            </a:extLst>
          </p:cNvPr>
          <p:cNvSpPr>
            <a:spLocks noGrp="1"/>
          </p:cNvSpPr>
          <p:nvPr>
            <p:ph type="title"/>
          </p:nvPr>
        </p:nvSpPr>
        <p:spPr/>
        <p:txBody>
          <a:bodyPr/>
          <a:lstStyle/>
          <a:p>
            <a:r>
              <a:rPr lang="en-US"/>
              <a:t>Click to edit Master title style</a:t>
            </a:r>
          </a:p>
        </p:txBody>
      </p:sp>
      <p:sp>
        <p:nvSpPr>
          <p:cNvPr id="5" name="Content Placeholder 4">
            <a:extLst>
              <a:ext uri="{FF2B5EF4-FFF2-40B4-BE49-F238E27FC236}">
                <a16:creationId xmlns:a16="http://schemas.microsoft.com/office/drawing/2014/main" id="{14B7A288-CDAC-4184-9F73-137C95F5E643}"/>
              </a:ext>
            </a:extLst>
          </p:cNvPr>
          <p:cNvSpPr>
            <a:spLocks noGrp="1"/>
          </p:cNvSpPr>
          <p:nvPr>
            <p:ph sz="quarter" idx="12"/>
          </p:nvPr>
        </p:nvSpPr>
        <p:spPr>
          <a:xfrm>
            <a:off x="584200" y="1435100"/>
            <a:ext cx="5211763" cy="48339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Content Placeholder 8">
            <a:extLst>
              <a:ext uri="{FF2B5EF4-FFF2-40B4-BE49-F238E27FC236}">
                <a16:creationId xmlns:a16="http://schemas.microsoft.com/office/drawing/2014/main" id="{CEC22105-78D6-4753-94FA-3DA949361A95}"/>
              </a:ext>
            </a:extLst>
          </p:cNvPr>
          <p:cNvSpPr>
            <a:spLocks noGrp="1"/>
          </p:cNvSpPr>
          <p:nvPr>
            <p:ph sz="quarter" idx="13"/>
          </p:nvPr>
        </p:nvSpPr>
        <p:spPr>
          <a:xfrm>
            <a:off x="6389688" y="1435100"/>
            <a:ext cx="5219700" cy="48339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Box 5">
            <a:extLst>
              <a:ext uri="{FF2B5EF4-FFF2-40B4-BE49-F238E27FC236}">
                <a16:creationId xmlns:a16="http://schemas.microsoft.com/office/drawing/2014/main" id="{5F6A123D-3A27-499F-9210-3E0D7CED39C6}"/>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dirty="0">
                <a:solidFill>
                  <a:srgbClr val="A3A3A3"/>
                </a:solidFill>
              </a:rPr>
              <a:t>ELT layout</a:t>
            </a:r>
          </a:p>
        </p:txBody>
      </p:sp>
    </p:spTree>
    <p:extLst>
      <p:ext uri="{BB962C8B-B14F-4D97-AF65-F5344CB8AC3E}">
        <p14:creationId xmlns:p14="http://schemas.microsoft.com/office/powerpoint/2010/main" val="3832826515"/>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1276">
          <p15:clr>
            <a:srgbClr val="5ACBF0"/>
          </p15:clr>
        </p15:guide>
        <p15:guide id="3" orient="horz" pos="904">
          <p15:clr>
            <a:srgbClr val="5ACBF0"/>
          </p15:clr>
        </p15:guide>
        <p15:guide id="4" pos="3660">
          <p15:clr>
            <a:srgbClr val="5ACBF0"/>
          </p15:clr>
        </p15:guide>
        <p15:guide id="5" pos="4024">
          <p15:clr>
            <a:srgbClr val="5ACBF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Two Column Non-bulleted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876633-3E8D-4CF4-A5D4-D4E9D88A6DE0}"/>
              </a:ext>
            </a:extLst>
          </p:cNvPr>
          <p:cNvSpPr>
            <a:spLocks noGrp="1"/>
          </p:cNvSpPr>
          <p:nvPr>
            <p:ph type="title"/>
          </p:nvPr>
        </p:nvSpPr>
        <p:spPr>
          <a:xfrm>
            <a:off x="588263" y="457200"/>
            <a:ext cx="11018520" cy="553998"/>
          </a:xfrm>
        </p:spPr>
        <p:txBody>
          <a:bodyPr/>
          <a:lstStyle/>
          <a:p>
            <a:r>
              <a:rPr lang="en-US"/>
              <a:t>Click to edit Master title style</a:t>
            </a:r>
          </a:p>
        </p:txBody>
      </p:sp>
      <p:sp>
        <p:nvSpPr>
          <p:cNvPr id="4" name="Text Placeholder 3"/>
          <p:cNvSpPr>
            <a:spLocks noGrp="1"/>
          </p:cNvSpPr>
          <p:nvPr>
            <p:ph type="body" sz="quarter" idx="10"/>
          </p:nvPr>
        </p:nvSpPr>
        <p:spPr>
          <a:xfrm>
            <a:off x="584200" y="1435100"/>
            <a:ext cx="5212080" cy="1649682"/>
          </a:xfrm>
        </p:spPr>
        <p:txBody>
          <a:bodyPr wrap="square">
            <a:spAutoFit/>
          </a:bodyPr>
          <a:lstStyle>
            <a:lvl1pPr marL="0" indent="0">
              <a:spcBef>
                <a:spcPts val="1224"/>
              </a:spcBef>
              <a:buClr>
                <a:schemeClr val="tx1"/>
              </a:buClr>
              <a:buFont typeface="Wingdings" panose="05000000000000000000" pitchFamily="2" charset="2"/>
              <a:buNone/>
              <a:defRPr sz="2800" b="0">
                <a:latin typeface="Segoe UI" panose="020B0502040204020203" pitchFamily="34" charset="0"/>
                <a:cs typeface="Segoe UI" panose="020B0502040204020203" pitchFamily="34" charset="0"/>
              </a:defRPr>
            </a:lvl1pPr>
            <a:lvl2pPr marL="255588" indent="0">
              <a:buFont typeface="Wingdings" panose="05000000000000000000" pitchFamily="2" charset="2"/>
              <a:buNone/>
              <a:defRPr sz="2000" b="0"/>
            </a:lvl2pPr>
            <a:lvl3pPr marL="450850" indent="0">
              <a:buFont typeface="Wingdings" panose="05000000000000000000" pitchFamily="2" charset="2"/>
              <a:buNone/>
              <a:tabLst/>
              <a:defRPr sz="1600" b="0"/>
            </a:lvl3pPr>
            <a:lvl4pPr marL="652462" indent="0">
              <a:buFont typeface="Wingdings" panose="05000000000000000000" pitchFamily="2" charset="2"/>
              <a:buNone/>
              <a:defRPr sz="1400" b="0"/>
            </a:lvl4pPr>
            <a:lvl5pPr marL="854075" indent="0">
              <a:buFont typeface="Wingdings" panose="05000000000000000000" pitchFamily="2" charset="2"/>
              <a:buNone/>
              <a:tabLst/>
              <a:defRPr sz="1400"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3">
            <a:extLst>
              <a:ext uri="{FF2B5EF4-FFF2-40B4-BE49-F238E27FC236}">
                <a16:creationId xmlns:a16="http://schemas.microsoft.com/office/drawing/2014/main" id="{8E9CDCB4-03E1-4763-B83E-A1334BCDB0C0}"/>
              </a:ext>
            </a:extLst>
          </p:cNvPr>
          <p:cNvSpPr>
            <a:spLocks noGrp="1"/>
          </p:cNvSpPr>
          <p:nvPr>
            <p:ph type="body" sz="quarter" idx="12"/>
          </p:nvPr>
        </p:nvSpPr>
        <p:spPr>
          <a:xfrm>
            <a:off x="6397171" y="1435100"/>
            <a:ext cx="5212080" cy="1649682"/>
          </a:xfrm>
        </p:spPr>
        <p:txBody>
          <a:bodyPr wrap="square">
            <a:spAutoFit/>
          </a:bodyPr>
          <a:lstStyle>
            <a:lvl1pPr marL="0" indent="0">
              <a:spcBef>
                <a:spcPts val="1224"/>
              </a:spcBef>
              <a:buClr>
                <a:schemeClr val="tx1"/>
              </a:buClr>
              <a:buFont typeface="Wingdings" panose="05000000000000000000" pitchFamily="2" charset="2"/>
              <a:buNone/>
              <a:defRPr sz="2800" b="0">
                <a:latin typeface="Segoe UI" panose="020B0502040204020203" pitchFamily="34" charset="0"/>
                <a:cs typeface="Segoe UI" panose="020B0502040204020203" pitchFamily="34" charset="0"/>
              </a:defRPr>
            </a:lvl1pPr>
            <a:lvl2pPr marL="255588" indent="0">
              <a:buFont typeface="Wingdings" panose="05000000000000000000" pitchFamily="2" charset="2"/>
              <a:buNone/>
              <a:defRPr sz="2000" b="0"/>
            </a:lvl2pPr>
            <a:lvl3pPr marL="450850" indent="0">
              <a:buFont typeface="Wingdings" panose="05000000000000000000" pitchFamily="2" charset="2"/>
              <a:buNone/>
              <a:tabLst/>
              <a:defRPr sz="1600" b="0"/>
            </a:lvl3pPr>
            <a:lvl4pPr marL="652462" indent="0">
              <a:buFont typeface="Wingdings" panose="05000000000000000000" pitchFamily="2" charset="2"/>
              <a:buNone/>
              <a:defRPr sz="1400" b="0"/>
            </a:lvl4pPr>
            <a:lvl5pPr marL="854075" indent="0">
              <a:buFont typeface="Wingdings" panose="05000000000000000000" pitchFamily="2" charset="2"/>
              <a:buNone/>
              <a:tabLst/>
              <a:defRPr sz="1400"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700554500"/>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1272">
          <p15:clr>
            <a:srgbClr val="5ACBF0"/>
          </p15:clr>
        </p15:guide>
        <p15:guide id="3" orient="horz" pos="904">
          <p15:clr>
            <a:srgbClr val="5ACBF0"/>
          </p15:clr>
        </p15:guide>
        <p15:guide id="4" pos="3656">
          <p15:clr>
            <a:srgbClr val="5ACBF0"/>
          </p15:clr>
        </p15:guide>
        <p15:guide id="5" pos="4024">
          <p15:clr>
            <a:srgbClr val="5ACBF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Two Column Bullet with Subhead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876633-3E8D-4CF4-A5D4-D4E9D88A6DE0}"/>
              </a:ext>
            </a:extLst>
          </p:cNvPr>
          <p:cNvSpPr>
            <a:spLocks noGrp="1"/>
          </p:cNvSpPr>
          <p:nvPr>
            <p:ph type="title"/>
          </p:nvPr>
        </p:nvSpPr>
        <p:spPr>
          <a:xfrm>
            <a:off x="588263" y="457200"/>
            <a:ext cx="11018520" cy="553998"/>
          </a:xfrm>
        </p:spPr>
        <p:txBody>
          <a:bodyPr>
            <a:spAutoFit/>
          </a:bodyPr>
          <a:lstStyle>
            <a:lvl1pPr>
              <a:defRPr/>
            </a:lvl1pPr>
          </a:lstStyle>
          <a:p>
            <a:r>
              <a:rPr lang="en-US"/>
              <a:t>Click to edit Master title style</a:t>
            </a:r>
            <a:endParaRPr lang="en-US" dirty="0"/>
          </a:p>
        </p:txBody>
      </p:sp>
      <p:sp>
        <p:nvSpPr>
          <p:cNvPr id="12" name="Text Placeholder 11">
            <a:extLst>
              <a:ext uri="{FF2B5EF4-FFF2-40B4-BE49-F238E27FC236}">
                <a16:creationId xmlns:a16="http://schemas.microsoft.com/office/drawing/2014/main" id="{DD525736-DEE8-4391-8135-23DE0640053A}"/>
              </a:ext>
            </a:extLst>
          </p:cNvPr>
          <p:cNvSpPr>
            <a:spLocks noGrp="1"/>
          </p:cNvSpPr>
          <p:nvPr>
            <p:ph type="body" sz="quarter" idx="16"/>
          </p:nvPr>
        </p:nvSpPr>
        <p:spPr>
          <a:xfrm>
            <a:off x="584200" y="1436688"/>
            <a:ext cx="5219700" cy="430887"/>
          </a:xfrm>
        </p:spPr>
        <p:txBody>
          <a:bodyPr anchor="t"/>
          <a:lstStyle>
            <a:lvl1pPr marL="0" indent="0">
              <a:spcBef>
                <a:spcPts val="0"/>
              </a:spcBef>
              <a:buNone/>
              <a:defRPr sz="2800">
                <a:solidFill>
                  <a:schemeClr val="tx1"/>
                </a:solidFill>
                <a:latin typeface="+mj-lt"/>
              </a:defRPr>
            </a:lvl1pPr>
          </a:lstStyle>
          <a:p>
            <a:pPr lvl="0"/>
            <a:r>
              <a:rPr lang="en-US"/>
              <a:t>Click to edit Master text styles</a:t>
            </a:r>
          </a:p>
        </p:txBody>
      </p:sp>
      <p:sp>
        <p:nvSpPr>
          <p:cNvPr id="8" name="Text Placeholder 7">
            <a:extLst>
              <a:ext uri="{FF2B5EF4-FFF2-40B4-BE49-F238E27FC236}">
                <a16:creationId xmlns:a16="http://schemas.microsoft.com/office/drawing/2014/main" id="{98E90344-0294-48E2-AAF0-601BB99500E7}"/>
              </a:ext>
            </a:extLst>
          </p:cNvPr>
          <p:cNvSpPr>
            <a:spLocks noGrp="1"/>
          </p:cNvSpPr>
          <p:nvPr>
            <p:ph type="body" sz="quarter" idx="14"/>
          </p:nvPr>
        </p:nvSpPr>
        <p:spPr>
          <a:xfrm>
            <a:off x="584200" y="2084388"/>
            <a:ext cx="5219700" cy="1612749"/>
          </a:xfrm>
        </p:spPr>
        <p:txBody>
          <a:bodyPr>
            <a:spAutoFit/>
          </a:bodyPr>
          <a:lstStyle>
            <a:lvl1pPr marL="171450" indent="-171450">
              <a:defRPr lang="en-US" sz="2400" dirty="0"/>
            </a:lvl1pPr>
            <a:lvl2pPr marL="342900" indent="-171450">
              <a:defRPr lang="en-US" dirty="0"/>
            </a:lvl2pPr>
            <a:lvl3pPr marL="514350" indent="-171450">
              <a:defRPr lang="en-US" dirty="0"/>
            </a:lvl3pPr>
            <a:lvl4pPr marL="666750" indent="-152400">
              <a:defRPr lang="en-US" dirty="0"/>
            </a:lvl4pPr>
            <a:lvl5pPr marL="793750" indent="-120650">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11">
            <a:extLst>
              <a:ext uri="{FF2B5EF4-FFF2-40B4-BE49-F238E27FC236}">
                <a16:creationId xmlns:a16="http://schemas.microsoft.com/office/drawing/2014/main" id="{B4F729D4-B1F1-45F2-A06A-40234B19C883}"/>
              </a:ext>
            </a:extLst>
          </p:cNvPr>
          <p:cNvSpPr>
            <a:spLocks noGrp="1"/>
          </p:cNvSpPr>
          <p:nvPr>
            <p:ph type="body" sz="quarter" idx="17"/>
          </p:nvPr>
        </p:nvSpPr>
        <p:spPr>
          <a:xfrm>
            <a:off x="6397625" y="1436688"/>
            <a:ext cx="5219700" cy="430887"/>
          </a:xfrm>
        </p:spPr>
        <p:txBody>
          <a:bodyPr anchor="t"/>
          <a:lstStyle>
            <a:lvl1pPr marL="0" indent="0">
              <a:spcBef>
                <a:spcPts val="0"/>
              </a:spcBef>
              <a:buNone/>
              <a:defRPr sz="2800">
                <a:solidFill>
                  <a:schemeClr val="tx1"/>
                </a:solidFill>
                <a:latin typeface="+mj-lt"/>
              </a:defRPr>
            </a:lvl1pPr>
          </a:lstStyle>
          <a:p>
            <a:pPr lvl="0"/>
            <a:r>
              <a:rPr lang="en-US"/>
              <a:t>Click to edit Master text styles</a:t>
            </a:r>
          </a:p>
        </p:txBody>
      </p:sp>
      <p:sp>
        <p:nvSpPr>
          <p:cNvPr id="10" name="Text Placeholder 9">
            <a:extLst>
              <a:ext uri="{FF2B5EF4-FFF2-40B4-BE49-F238E27FC236}">
                <a16:creationId xmlns:a16="http://schemas.microsoft.com/office/drawing/2014/main" id="{D1F896FB-325C-4849-B372-8DF0D6C0562C}"/>
              </a:ext>
            </a:extLst>
          </p:cNvPr>
          <p:cNvSpPr>
            <a:spLocks noGrp="1"/>
          </p:cNvSpPr>
          <p:nvPr>
            <p:ph type="body" sz="quarter" idx="15"/>
          </p:nvPr>
        </p:nvSpPr>
        <p:spPr>
          <a:xfrm>
            <a:off x="6397625" y="2084388"/>
            <a:ext cx="5219700" cy="1612749"/>
          </a:xfrm>
        </p:spPr>
        <p:txBody>
          <a:bodyPr>
            <a:spAutoFit/>
          </a:bodyPr>
          <a:lstStyle>
            <a:lvl1pPr marL="171450" indent="-171450">
              <a:defRPr lang="en-US" sz="2400" dirty="0"/>
            </a:lvl1pPr>
            <a:lvl2pPr marL="342900" indent="-171450">
              <a:defRPr lang="en-US" dirty="0"/>
            </a:lvl2pPr>
            <a:lvl3pPr marL="514350" indent="-171450">
              <a:defRPr lang="en-US" dirty="0"/>
            </a:lvl3pPr>
            <a:lvl4pPr marL="685800" indent="-136525">
              <a:defRPr lang="en-US" dirty="0"/>
            </a:lvl4pPr>
            <a:lvl5pPr marL="793750" indent="-120650">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728998693"/>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1311">
          <p15:clr>
            <a:srgbClr val="5ACBF0"/>
          </p15:clr>
        </p15:guide>
        <p15:guide id="4" pos="3656">
          <p15:clr>
            <a:srgbClr val="5ACBF0"/>
          </p15:clr>
        </p15:guide>
        <p15:guide id="5" pos="4024">
          <p15:clr>
            <a:srgbClr val="5ACBF0"/>
          </p15:clr>
        </p15:guide>
        <p15:guide id="7" orient="horz" pos="905">
          <p15:clr>
            <a:srgbClr val="5ACBF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Two Column Content with Subhead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876633-3E8D-4CF4-A5D4-D4E9D88A6DE0}"/>
              </a:ext>
            </a:extLst>
          </p:cNvPr>
          <p:cNvSpPr>
            <a:spLocks noGrp="1"/>
          </p:cNvSpPr>
          <p:nvPr>
            <p:ph type="title"/>
          </p:nvPr>
        </p:nvSpPr>
        <p:spPr>
          <a:xfrm>
            <a:off x="588263" y="457200"/>
            <a:ext cx="11018520" cy="553998"/>
          </a:xfrm>
        </p:spPr>
        <p:txBody>
          <a:bodyPr>
            <a:spAutoFit/>
          </a:bodyPr>
          <a:lstStyle>
            <a:lvl1pPr>
              <a:defRPr/>
            </a:lvl1pPr>
          </a:lstStyle>
          <a:p>
            <a:r>
              <a:rPr lang="en-US"/>
              <a:t>Click to edit Master title style</a:t>
            </a:r>
            <a:endParaRPr lang="en-US" dirty="0"/>
          </a:p>
        </p:txBody>
      </p:sp>
      <p:sp>
        <p:nvSpPr>
          <p:cNvPr id="18" name="Text Placeholder 11">
            <a:extLst>
              <a:ext uri="{FF2B5EF4-FFF2-40B4-BE49-F238E27FC236}">
                <a16:creationId xmlns:a16="http://schemas.microsoft.com/office/drawing/2014/main" id="{C2759870-0BEA-44DC-A414-1C70D04E35CC}"/>
              </a:ext>
            </a:extLst>
          </p:cNvPr>
          <p:cNvSpPr>
            <a:spLocks noGrp="1"/>
          </p:cNvSpPr>
          <p:nvPr>
            <p:ph type="body" sz="quarter" idx="16"/>
          </p:nvPr>
        </p:nvSpPr>
        <p:spPr>
          <a:xfrm>
            <a:off x="584200" y="1436688"/>
            <a:ext cx="5219700" cy="430887"/>
          </a:xfrm>
        </p:spPr>
        <p:txBody>
          <a:bodyPr anchor="t"/>
          <a:lstStyle>
            <a:lvl1pPr marL="0" indent="0">
              <a:spcBef>
                <a:spcPts val="0"/>
              </a:spcBef>
              <a:buNone/>
              <a:defRPr sz="2800">
                <a:solidFill>
                  <a:schemeClr val="tx1"/>
                </a:solidFill>
                <a:latin typeface="+mj-lt"/>
              </a:defRPr>
            </a:lvl1pPr>
          </a:lstStyle>
          <a:p>
            <a:pPr lvl="0"/>
            <a:r>
              <a:rPr lang="en-US"/>
              <a:t>Click to edit Master text styles</a:t>
            </a:r>
          </a:p>
        </p:txBody>
      </p:sp>
      <p:sp>
        <p:nvSpPr>
          <p:cNvPr id="15" name="Content Placeholder 14">
            <a:extLst>
              <a:ext uri="{FF2B5EF4-FFF2-40B4-BE49-F238E27FC236}">
                <a16:creationId xmlns:a16="http://schemas.microsoft.com/office/drawing/2014/main" id="{BFEF95FA-F121-4653-B60A-0D068C345462}"/>
              </a:ext>
            </a:extLst>
          </p:cNvPr>
          <p:cNvSpPr>
            <a:spLocks noGrp="1"/>
          </p:cNvSpPr>
          <p:nvPr>
            <p:ph sz="quarter" idx="11"/>
          </p:nvPr>
        </p:nvSpPr>
        <p:spPr>
          <a:xfrm>
            <a:off x="588963" y="2081212"/>
            <a:ext cx="5214937" cy="4187825"/>
          </a:xfrm>
        </p:spPr>
        <p:txBody>
          <a:bodyPr/>
          <a:lstStyle>
            <a:lvl1pPr>
              <a:defRPr sz="2400"/>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11">
            <a:extLst>
              <a:ext uri="{FF2B5EF4-FFF2-40B4-BE49-F238E27FC236}">
                <a16:creationId xmlns:a16="http://schemas.microsoft.com/office/drawing/2014/main" id="{C327262A-D327-4189-AD22-BAD67CF4AB79}"/>
              </a:ext>
            </a:extLst>
          </p:cNvPr>
          <p:cNvSpPr>
            <a:spLocks noGrp="1"/>
          </p:cNvSpPr>
          <p:nvPr>
            <p:ph type="body" sz="quarter" idx="17"/>
          </p:nvPr>
        </p:nvSpPr>
        <p:spPr>
          <a:xfrm>
            <a:off x="6397625" y="1436688"/>
            <a:ext cx="5219700" cy="430887"/>
          </a:xfrm>
        </p:spPr>
        <p:txBody>
          <a:bodyPr anchor="t"/>
          <a:lstStyle>
            <a:lvl1pPr marL="0" indent="0">
              <a:spcBef>
                <a:spcPts val="0"/>
              </a:spcBef>
              <a:buNone/>
              <a:defRPr sz="2800">
                <a:solidFill>
                  <a:schemeClr val="tx1"/>
                </a:solidFill>
                <a:latin typeface="+mj-lt"/>
              </a:defRPr>
            </a:lvl1pPr>
          </a:lstStyle>
          <a:p>
            <a:pPr lvl="0"/>
            <a:r>
              <a:rPr lang="en-US"/>
              <a:t>Click to edit Master text styles</a:t>
            </a:r>
          </a:p>
        </p:txBody>
      </p:sp>
      <p:sp>
        <p:nvSpPr>
          <p:cNvPr id="17" name="Content Placeholder 14">
            <a:extLst>
              <a:ext uri="{FF2B5EF4-FFF2-40B4-BE49-F238E27FC236}">
                <a16:creationId xmlns:a16="http://schemas.microsoft.com/office/drawing/2014/main" id="{47F8EAA9-0E64-4589-A234-BC31685BE7D3}"/>
              </a:ext>
            </a:extLst>
          </p:cNvPr>
          <p:cNvSpPr>
            <a:spLocks noGrp="1"/>
          </p:cNvSpPr>
          <p:nvPr>
            <p:ph sz="quarter" idx="13"/>
          </p:nvPr>
        </p:nvSpPr>
        <p:spPr>
          <a:xfrm>
            <a:off x="6394451" y="2081212"/>
            <a:ext cx="5214937" cy="4187825"/>
          </a:xfrm>
        </p:spPr>
        <p:txBody>
          <a:bodyPr/>
          <a:lstStyle>
            <a:lvl1pPr>
              <a:defRPr sz="2400"/>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TextBox 2">
            <a:extLst>
              <a:ext uri="{FF2B5EF4-FFF2-40B4-BE49-F238E27FC236}">
                <a16:creationId xmlns:a16="http://schemas.microsoft.com/office/drawing/2014/main" id="{CFADFBB8-E1C1-D5AB-8154-CBA2D9EFB6B9}"/>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dirty="0">
                <a:solidFill>
                  <a:srgbClr val="A3A3A3"/>
                </a:solidFill>
              </a:rPr>
              <a:t>ELT layout</a:t>
            </a:r>
          </a:p>
        </p:txBody>
      </p:sp>
    </p:spTree>
    <p:extLst>
      <p:ext uri="{BB962C8B-B14F-4D97-AF65-F5344CB8AC3E}">
        <p14:creationId xmlns:p14="http://schemas.microsoft.com/office/powerpoint/2010/main" val="3785214075"/>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1311">
          <p15:clr>
            <a:srgbClr val="5ACBF0"/>
          </p15:clr>
        </p15:guide>
        <p15:guide id="4" pos="3656">
          <p15:clr>
            <a:srgbClr val="5ACBF0"/>
          </p15:clr>
        </p15:guide>
        <p15:guide id="5" pos="4024">
          <p15:clr>
            <a:srgbClr val="5ACBF0"/>
          </p15:clr>
        </p15:guide>
        <p15:guide id="7" orient="horz" pos="905">
          <p15:clr>
            <a:srgbClr val="5ACBF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hree Column Bullet with Subtitle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260F77E-464D-46F7-A8F8-6F281DAB0C7A}"/>
              </a:ext>
            </a:extLst>
          </p:cNvPr>
          <p:cNvSpPr>
            <a:spLocks noGrp="1"/>
          </p:cNvSpPr>
          <p:nvPr>
            <p:ph type="title"/>
          </p:nvPr>
        </p:nvSpPr>
        <p:spPr>
          <a:xfrm>
            <a:off x="588263" y="457200"/>
            <a:ext cx="11018520" cy="553998"/>
          </a:xfrm>
        </p:spPr>
        <p:txBody>
          <a:bodyPr>
            <a:spAutoFit/>
          </a:bodyPr>
          <a:lstStyle/>
          <a:p>
            <a:r>
              <a:rPr lang="en-US"/>
              <a:t>Click to edit Master title style</a:t>
            </a:r>
            <a:endParaRPr lang="en-US" dirty="0"/>
          </a:p>
        </p:txBody>
      </p:sp>
      <p:sp>
        <p:nvSpPr>
          <p:cNvPr id="19" name="Text Placeholder 11">
            <a:extLst>
              <a:ext uri="{FF2B5EF4-FFF2-40B4-BE49-F238E27FC236}">
                <a16:creationId xmlns:a16="http://schemas.microsoft.com/office/drawing/2014/main" id="{CB20F198-3776-433D-85A8-C2B6AC6235FF}"/>
              </a:ext>
            </a:extLst>
          </p:cNvPr>
          <p:cNvSpPr>
            <a:spLocks noGrp="1"/>
          </p:cNvSpPr>
          <p:nvPr>
            <p:ph type="body" sz="quarter" idx="16"/>
          </p:nvPr>
        </p:nvSpPr>
        <p:spPr>
          <a:xfrm>
            <a:off x="585217" y="1438275"/>
            <a:ext cx="3264408" cy="677108"/>
          </a:xfrm>
        </p:spPr>
        <p:txBody>
          <a:bodyPr anchor="t"/>
          <a:lstStyle>
            <a:lvl1pPr marL="0" indent="0">
              <a:spcBef>
                <a:spcPts val="0"/>
              </a:spcBef>
              <a:buNone/>
              <a:defRPr sz="2200">
                <a:solidFill>
                  <a:schemeClr val="tx1"/>
                </a:solidFill>
                <a:latin typeface="+mj-lt"/>
              </a:defRPr>
            </a:lvl1pPr>
          </a:lstStyle>
          <a:p>
            <a:pPr lvl="0"/>
            <a:r>
              <a:rPr lang="en-US"/>
              <a:t>Click to edit Master text styles</a:t>
            </a:r>
          </a:p>
        </p:txBody>
      </p:sp>
      <p:sp>
        <p:nvSpPr>
          <p:cNvPr id="20" name="Text Placeholder 7">
            <a:extLst>
              <a:ext uri="{FF2B5EF4-FFF2-40B4-BE49-F238E27FC236}">
                <a16:creationId xmlns:a16="http://schemas.microsoft.com/office/drawing/2014/main" id="{97BC59AA-6CF8-4091-8008-21AA9AD8E8B5}"/>
              </a:ext>
            </a:extLst>
          </p:cNvPr>
          <p:cNvSpPr>
            <a:spLocks noGrp="1"/>
          </p:cNvSpPr>
          <p:nvPr>
            <p:ph type="body" sz="quarter" idx="14"/>
          </p:nvPr>
        </p:nvSpPr>
        <p:spPr>
          <a:xfrm>
            <a:off x="585217" y="2390775"/>
            <a:ext cx="3264408" cy="1760482"/>
          </a:xfrm>
        </p:spPr>
        <p:txBody>
          <a:bodyPr wrap="square">
            <a:spAutoFit/>
          </a:bodyPr>
          <a:lstStyle>
            <a:lvl1pPr marL="176213" indent="-176213">
              <a:defRPr lang="en-US" sz="2000" dirty="0"/>
            </a:lvl1pPr>
            <a:lvl2pPr marL="322263" indent="-150813">
              <a:defRPr lang="en-US" sz="1800" dirty="0"/>
            </a:lvl2pPr>
            <a:lvl3pPr marL="466725" indent="-138113">
              <a:defRPr lang="en-US" dirty="0"/>
            </a:lvl3pPr>
            <a:lvl4pPr marL="595313" indent="-128588">
              <a:defRPr lang="en-US" dirty="0"/>
            </a:lvl4pPr>
            <a:lvl5pPr marL="731838" indent="-122238">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11">
            <a:extLst>
              <a:ext uri="{FF2B5EF4-FFF2-40B4-BE49-F238E27FC236}">
                <a16:creationId xmlns:a16="http://schemas.microsoft.com/office/drawing/2014/main" id="{BECED387-BA3E-49B2-8F1E-0E371E09E0A4}"/>
              </a:ext>
            </a:extLst>
          </p:cNvPr>
          <p:cNvSpPr>
            <a:spLocks noGrp="1"/>
          </p:cNvSpPr>
          <p:nvPr>
            <p:ph type="body" sz="quarter" idx="17"/>
          </p:nvPr>
        </p:nvSpPr>
        <p:spPr>
          <a:xfrm>
            <a:off x="4463796" y="1438275"/>
            <a:ext cx="3264408" cy="677108"/>
          </a:xfrm>
        </p:spPr>
        <p:txBody>
          <a:bodyPr anchor="t"/>
          <a:lstStyle>
            <a:lvl1pPr marL="0" indent="0">
              <a:spcBef>
                <a:spcPts val="0"/>
              </a:spcBef>
              <a:buNone/>
              <a:defRPr sz="2200">
                <a:solidFill>
                  <a:schemeClr val="tx1"/>
                </a:solidFill>
                <a:latin typeface="+mj-lt"/>
              </a:defRPr>
            </a:lvl1pPr>
          </a:lstStyle>
          <a:p>
            <a:pPr lvl="0"/>
            <a:r>
              <a:rPr lang="en-US"/>
              <a:t>Click to edit Master text styles</a:t>
            </a:r>
          </a:p>
        </p:txBody>
      </p:sp>
      <p:sp>
        <p:nvSpPr>
          <p:cNvPr id="22" name="Text Placeholder 9">
            <a:extLst>
              <a:ext uri="{FF2B5EF4-FFF2-40B4-BE49-F238E27FC236}">
                <a16:creationId xmlns:a16="http://schemas.microsoft.com/office/drawing/2014/main" id="{6B26A1CD-81F9-4C2F-896F-E69757C6658C}"/>
              </a:ext>
            </a:extLst>
          </p:cNvPr>
          <p:cNvSpPr>
            <a:spLocks noGrp="1"/>
          </p:cNvSpPr>
          <p:nvPr>
            <p:ph type="body" sz="quarter" idx="15"/>
          </p:nvPr>
        </p:nvSpPr>
        <p:spPr>
          <a:xfrm>
            <a:off x="4463796" y="2384135"/>
            <a:ext cx="3264408" cy="1760482"/>
          </a:xfrm>
        </p:spPr>
        <p:txBody>
          <a:bodyPr wrap="square">
            <a:spAutoFit/>
          </a:bodyPr>
          <a:lstStyle>
            <a:lvl1pPr marL="176213" indent="-176213">
              <a:defRPr lang="en-US" sz="2000" dirty="0"/>
            </a:lvl1pPr>
            <a:lvl2pPr marL="398463" indent="-169863">
              <a:defRPr lang="en-US" sz="1800" dirty="0"/>
            </a:lvl2pPr>
            <a:lvl3pPr marL="555625" indent="-157163">
              <a:defRPr lang="en-US" dirty="0"/>
            </a:lvl3pPr>
            <a:lvl4pPr marL="685800" indent="-136525">
              <a:defRPr lang="en-US" dirty="0"/>
            </a:lvl4pPr>
            <a:lvl5pPr marL="800100" indent="-111125">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3" name="Text Placeholder 11">
            <a:extLst>
              <a:ext uri="{FF2B5EF4-FFF2-40B4-BE49-F238E27FC236}">
                <a16:creationId xmlns:a16="http://schemas.microsoft.com/office/drawing/2014/main" id="{79263A4B-A9A8-4CE5-96A8-6F6EC365E512}"/>
              </a:ext>
            </a:extLst>
          </p:cNvPr>
          <p:cNvSpPr>
            <a:spLocks noGrp="1"/>
          </p:cNvSpPr>
          <p:nvPr>
            <p:ph type="body" sz="quarter" idx="18"/>
          </p:nvPr>
        </p:nvSpPr>
        <p:spPr>
          <a:xfrm>
            <a:off x="8342375" y="1438275"/>
            <a:ext cx="3264408" cy="677108"/>
          </a:xfrm>
        </p:spPr>
        <p:txBody>
          <a:bodyPr anchor="t"/>
          <a:lstStyle>
            <a:lvl1pPr marL="0" indent="0">
              <a:spcBef>
                <a:spcPts val="0"/>
              </a:spcBef>
              <a:buNone/>
              <a:defRPr sz="2200">
                <a:solidFill>
                  <a:schemeClr val="tx1"/>
                </a:solidFill>
                <a:latin typeface="+mj-lt"/>
              </a:defRPr>
            </a:lvl1pPr>
          </a:lstStyle>
          <a:p>
            <a:pPr lvl="0"/>
            <a:r>
              <a:rPr lang="en-US"/>
              <a:t>Click to edit Master text styles</a:t>
            </a:r>
          </a:p>
        </p:txBody>
      </p:sp>
      <p:sp>
        <p:nvSpPr>
          <p:cNvPr id="24" name="Text Placeholder 7">
            <a:extLst>
              <a:ext uri="{FF2B5EF4-FFF2-40B4-BE49-F238E27FC236}">
                <a16:creationId xmlns:a16="http://schemas.microsoft.com/office/drawing/2014/main" id="{2205743D-F71A-4647-9BE4-2900BDA2582B}"/>
              </a:ext>
            </a:extLst>
          </p:cNvPr>
          <p:cNvSpPr>
            <a:spLocks noGrp="1"/>
          </p:cNvSpPr>
          <p:nvPr>
            <p:ph type="body" sz="quarter" idx="19"/>
          </p:nvPr>
        </p:nvSpPr>
        <p:spPr>
          <a:xfrm>
            <a:off x="8342375" y="2390775"/>
            <a:ext cx="3264408" cy="1760482"/>
          </a:xfrm>
        </p:spPr>
        <p:txBody>
          <a:bodyPr wrap="square">
            <a:spAutoFit/>
          </a:bodyPr>
          <a:lstStyle>
            <a:lvl1pPr marL="176213" indent="-176213">
              <a:defRPr lang="en-US" sz="2000" dirty="0"/>
            </a:lvl1pPr>
            <a:lvl2pPr marL="398463" indent="-169863">
              <a:defRPr lang="en-US" sz="1800" dirty="0"/>
            </a:lvl2pPr>
            <a:lvl3pPr marL="555625" indent="-157163">
              <a:defRPr lang="en-US" dirty="0"/>
            </a:lvl3pPr>
            <a:lvl4pPr marL="685800" indent="-136525">
              <a:defRPr lang="en-US" dirty="0"/>
            </a:lvl4pPr>
            <a:lvl5pPr marL="800100" indent="-111125">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2600502870"/>
      </p:ext>
    </p:extLst>
  </p:cSld>
  <p:clrMapOvr>
    <a:masterClrMapping/>
  </p:clrMapOvr>
  <p:transition>
    <p:fade/>
  </p:transition>
  <p:extLst>
    <p:ext uri="{DCECCB84-F9BA-43D5-87BE-67443E8EF086}">
      <p15:sldGuideLst xmlns:p15="http://schemas.microsoft.com/office/powerpoint/2012/main">
        <p15:guide id="3" orient="horz" pos="1506">
          <p15:clr>
            <a:srgbClr val="5ACBF0"/>
          </p15:clr>
        </p15:guide>
        <p15:guide id="4" orient="horz" pos="906">
          <p15:clr>
            <a:srgbClr val="5ACBF0"/>
          </p15:clr>
        </p15:guide>
        <p15:guide id="5" orient="horz" pos="288">
          <p15:clr>
            <a:srgbClr val="5ACBF0"/>
          </p15:clr>
        </p15:guide>
        <p15:guide id="6" pos="2430">
          <p15:clr>
            <a:srgbClr val="5ACBF0"/>
          </p15:clr>
        </p15:guide>
        <p15:guide id="7" pos="2811">
          <p15:clr>
            <a:srgbClr val="5ACBF0"/>
          </p15:clr>
        </p15:guide>
        <p15:guide id="8" pos="4871">
          <p15:clr>
            <a:srgbClr val="5ACBF0"/>
          </p15:clr>
        </p15:guide>
        <p15:guide id="9" pos="5251">
          <p15:clr>
            <a:srgbClr val="5ACBF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Four Column Bullet with Subtitle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7A434B7-D4B9-4D45-A31C-F0CC4D227945}"/>
              </a:ext>
            </a:extLst>
          </p:cNvPr>
          <p:cNvSpPr>
            <a:spLocks noGrp="1"/>
          </p:cNvSpPr>
          <p:nvPr>
            <p:ph type="title"/>
          </p:nvPr>
        </p:nvSpPr>
        <p:spPr>
          <a:xfrm>
            <a:off x="588263" y="457200"/>
            <a:ext cx="11018520" cy="553998"/>
          </a:xfrm>
        </p:spPr>
        <p:txBody>
          <a:bodyPr>
            <a:spAutoFit/>
          </a:bodyPr>
          <a:lstStyle/>
          <a:p>
            <a:r>
              <a:rPr lang="en-US"/>
              <a:t>Click to edit Master title style</a:t>
            </a:r>
            <a:endParaRPr lang="en-US" dirty="0"/>
          </a:p>
        </p:txBody>
      </p:sp>
      <p:sp>
        <p:nvSpPr>
          <p:cNvPr id="22" name="Text Placeholder 11">
            <a:extLst>
              <a:ext uri="{FF2B5EF4-FFF2-40B4-BE49-F238E27FC236}">
                <a16:creationId xmlns:a16="http://schemas.microsoft.com/office/drawing/2014/main" id="{92783506-927E-48F7-8EFC-36257F3E2812}"/>
              </a:ext>
            </a:extLst>
          </p:cNvPr>
          <p:cNvSpPr>
            <a:spLocks noGrp="1"/>
          </p:cNvSpPr>
          <p:nvPr>
            <p:ph type="body" sz="quarter" idx="16"/>
          </p:nvPr>
        </p:nvSpPr>
        <p:spPr>
          <a:xfrm>
            <a:off x="584200" y="1438275"/>
            <a:ext cx="2532063" cy="615553"/>
          </a:xfrm>
        </p:spPr>
        <p:txBody>
          <a:bodyPr anchor="t"/>
          <a:lstStyle>
            <a:lvl1pPr marL="0" indent="0">
              <a:spcBef>
                <a:spcPts val="0"/>
              </a:spcBef>
              <a:buNone/>
              <a:defRPr sz="2000">
                <a:solidFill>
                  <a:schemeClr val="tx1"/>
                </a:solidFill>
                <a:latin typeface="+mj-lt"/>
              </a:defRPr>
            </a:lvl1pPr>
          </a:lstStyle>
          <a:p>
            <a:pPr lvl="0"/>
            <a:r>
              <a:rPr lang="en-US"/>
              <a:t>Click to edit Master text styles</a:t>
            </a:r>
          </a:p>
        </p:txBody>
      </p:sp>
      <p:sp>
        <p:nvSpPr>
          <p:cNvPr id="23" name="Text Placeholder 7">
            <a:extLst>
              <a:ext uri="{FF2B5EF4-FFF2-40B4-BE49-F238E27FC236}">
                <a16:creationId xmlns:a16="http://schemas.microsoft.com/office/drawing/2014/main" id="{FB6093D3-3EDF-4A80-8450-C5EBB1990775}"/>
              </a:ext>
            </a:extLst>
          </p:cNvPr>
          <p:cNvSpPr>
            <a:spLocks noGrp="1"/>
          </p:cNvSpPr>
          <p:nvPr>
            <p:ph type="body" sz="quarter" idx="14"/>
          </p:nvPr>
        </p:nvSpPr>
        <p:spPr>
          <a:xfrm>
            <a:off x="584200" y="2283115"/>
            <a:ext cx="2532063" cy="1698927"/>
          </a:xfrm>
        </p:spPr>
        <p:txBody>
          <a:bodyPr wrap="square">
            <a:spAutoFit/>
          </a:bodyPr>
          <a:lstStyle>
            <a:lvl1pPr marL="141288" indent="-141288">
              <a:defRPr lang="en-US" sz="1800" dirty="0"/>
            </a:lvl1pPr>
            <a:lvl2pPr marL="285750" indent="-125413">
              <a:defRPr lang="en-US" sz="1600" dirty="0"/>
            </a:lvl2pPr>
            <a:lvl3pPr marL="438150" indent="-133350">
              <a:defRPr lang="en-US" dirty="0"/>
            </a:lvl3pPr>
            <a:lvl4pPr marL="566738" indent="-114300">
              <a:defRPr lang="en-US" dirty="0"/>
            </a:lvl4pPr>
            <a:lvl5pPr marL="685800" indent="-109538">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4" name="Text Placeholder 11">
            <a:extLst>
              <a:ext uri="{FF2B5EF4-FFF2-40B4-BE49-F238E27FC236}">
                <a16:creationId xmlns:a16="http://schemas.microsoft.com/office/drawing/2014/main" id="{438D2C80-6884-451D-8D7D-B69022CCC5C4}"/>
              </a:ext>
            </a:extLst>
          </p:cNvPr>
          <p:cNvSpPr>
            <a:spLocks noGrp="1"/>
          </p:cNvSpPr>
          <p:nvPr>
            <p:ph type="body" sz="quarter" idx="17"/>
          </p:nvPr>
        </p:nvSpPr>
        <p:spPr>
          <a:xfrm>
            <a:off x="3413125" y="1438275"/>
            <a:ext cx="2533650" cy="615553"/>
          </a:xfrm>
        </p:spPr>
        <p:txBody>
          <a:bodyPr anchor="t"/>
          <a:lstStyle>
            <a:lvl1pPr marL="0" indent="0">
              <a:spcBef>
                <a:spcPts val="0"/>
              </a:spcBef>
              <a:buNone/>
              <a:defRPr sz="2000">
                <a:solidFill>
                  <a:schemeClr val="tx1"/>
                </a:solidFill>
                <a:latin typeface="+mj-lt"/>
              </a:defRPr>
            </a:lvl1pPr>
          </a:lstStyle>
          <a:p>
            <a:pPr lvl="0"/>
            <a:r>
              <a:rPr lang="en-US"/>
              <a:t>Click to edit Master text styles</a:t>
            </a:r>
          </a:p>
        </p:txBody>
      </p:sp>
      <p:sp>
        <p:nvSpPr>
          <p:cNvPr id="25" name="Text Placeholder 9">
            <a:extLst>
              <a:ext uri="{FF2B5EF4-FFF2-40B4-BE49-F238E27FC236}">
                <a16:creationId xmlns:a16="http://schemas.microsoft.com/office/drawing/2014/main" id="{7614A884-0AD6-4A85-A432-2B13E7464DA9}"/>
              </a:ext>
            </a:extLst>
          </p:cNvPr>
          <p:cNvSpPr>
            <a:spLocks noGrp="1"/>
          </p:cNvSpPr>
          <p:nvPr>
            <p:ph type="body" sz="quarter" idx="15"/>
          </p:nvPr>
        </p:nvSpPr>
        <p:spPr>
          <a:xfrm>
            <a:off x="3413125" y="2276475"/>
            <a:ext cx="2532063" cy="1698927"/>
          </a:xfrm>
        </p:spPr>
        <p:txBody>
          <a:bodyPr wrap="square">
            <a:spAutoFit/>
          </a:bodyPr>
          <a:lstStyle>
            <a:lvl1pPr marL="141288" indent="-141288">
              <a:defRPr lang="en-US" sz="1800" dirty="0"/>
            </a:lvl1pPr>
            <a:lvl2pPr marL="285750" indent="-125413">
              <a:defRPr lang="en-US" sz="1600" dirty="0"/>
            </a:lvl2pPr>
            <a:lvl3pPr marL="438150" indent="-133350">
              <a:defRPr lang="en-US" dirty="0"/>
            </a:lvl3pPr>
            <a:lvl4pPr marL="566738" indent="-114300">
              <a:defRPr lang="en-US" dirty="0"/>
            </a:lvl4pPr>
            <a:lvl5pPr marL="685800" indent="-109538">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6" name="Text Placeholder 11">
            <a:extLst>
              <a:ext uri="{FF2B5EF4-FFF2-40B4-BE49-F238E27FC236}">
                <a16:creationId xmlns:a16="http://schemas.microsoft.com/office/drawing/2014/main" id="{7D8FFDED-9FE5-4D94-8EB0-7D645C10FBFF}"/>
              </a:ext>
            </a:extLst>
          </p:cNvPr>
          <p:cNvSpPr>
            <a:spLocks noGrp="1"/>
          </p:cNvSpPr>
          <p:nvPr>
            <p:ph type="body" sz="quarter" idx="18"/>
          </p:nvPr>
        </p:nvSpPr>
        <p:spPr>
          <a:xfrm>
            <a:off x="6244208" y="1438275"/>
            <a:ext cx="2532063" cy="615553"/>
          </a:xfrm>
        </p:spPr>
        <p:txBody>
          <a:bodyPr anchor="t"/>
          <a:lstStyle>
            <a:lvl1pPr marL="0" indent="0">
              <a:spcBef>
                <a:spcPts val="0"/>
              </a:spcBef>
              <a:buNone/>
              <a:defRPr sz="2000">
                <a:solidFill>
                  <a:schemeClr val="tx1"/>
                </a:solidFill>
                <a:latin typeface="+mj-lt"/>
              </a:defRPr>
            </a:lvl1pPr>
          </a:lstStyle>
          <a:p>
            <a:pPr lvl="0"/>
            <a:r>
              <a:rPr lang="en-US"/>
              <a:t>Click to edit Master text styles</a:t>
            </a:r>
          </a:p>
        </p:txBody>
      </p:sp>
      <p:sp>
        <p:nvSpPr>
          <p:cNvPr id="27" name="Text Placeholder 7">
            <a:extLst>
              <a:ext uri="{FF2B5EF4-FFF2-40B4-BE49-F238E27FC236}">
                <a16:creationId xmlns:a16="http://schemas.microsoft.com/office/drawing/2014/main" id="{D429D954-9297-44FA-B7BD-56586012419C}"/>
              </a:ext>
            </a:extLst>
          </p:cNvPr>
          <p:cNvSpPr>
            <a:spLocks noGrp="1"/>
          </p:cNvSpPr>
          <p:nvPr>
            <p:ph type="body" sz="quarter" idx="19"/>
          </p:nvPr>
        </p:nvSpPr>
        <p:spPr>
          <a:xfrm>
            <a:off x="6244208" y="2283115"/>
            <a:ext cx="2532063" cy="1698927"/>
          </a:xfrm>
        </p:spPr>
        <p:txBody>
          <a:bodyPr wrap="square">
            <a:spAutoFit/>
          </a:bodyPr>
          <a:lstStyle>
            <a:lvl1pPr marL="141288" indent="-141288">
              <a:defRPr lang="en-US" sz="1800" dirty="0"/>
            </a:lvl1pPr>
            <a:lvl2pPr marL="285750" indent="-125413">
              <a:defRPr lang="en-US" sz="1600" dirty="0"/>
            </a:lvl2pPr>
            <a:lvl3pPr marL="438150" indent="-133350">
              <a:defRPr lang="en-US" dirty="0"/>
            </a:lvl3pPr>
            <a:lvl4pPr marL="566738" indent="-114300">
              <a:defRPr lang="en-US" dirty="0"/>
            </a:lvl4pPr>
            <a:lvl5pPr marL="685800" indent="-109538">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8" name="Text Placeholder 11">
            <a:extLst>
              <a:ext uri="{FF2B5EF4-FFF2-40B4-BE49-F238E27FC236}">
                <a16:creationId xmlns:a16="http://schemas.microsoft.com/office/drawing/2014/main" id="{04D43B0D-50F8-4F63-AFA3-34A46F42E816}"/>
              </a:ext>
            </a:extLst>
          </p:cNvPr>
          <p:cNvSpPr>
            <a:spLocks noGrp="1"/>
          </p:cNvSpPr>
          <p:nvPr>
            <p:ph type="body" sz="quarter" idx="20"/>
          </p:nvPr>
        </p:nvSpPr>
        <p:spPr>
          <a:xfrm>
            <a:off x="9073133" y="1438275"/>
            <a:ext cx="2533650" cy="615553"/>
          </a:xfrm>
        </p:spPr>
        <p:txBody>
          <a:bodyPr anchor="t"/>
          <a:lstStyle>
            <a:lvl1pPr marL="0" indent="0">
              <a:spcBef>
                <a:spcPts val="0"/>
              </a:spcBef>
              <a:buNone/>
              <a:defRPr sz="2000">
                <a:solidFill>
                  <a:schemeClr val="tx1"/>
                </a:solidFill>
                <a:latin typeface="+mj-lt"/>
              </a:defRPr>
            </a:lvl1pPr>
          </a:lstStyle>
          <a:p>
            <a:pPr lvl="0"/>
            <a:r>
              <a:rPr lang="en-US"/>
              <a:t>Click to edit Master text styles</a:t>
            </a:r>
          </a:p>
        </p:txBody>
      </p:sp>
      <p:sp>
        <p:nvSpPr>
          <p:cNvPr id="29" name="Text Placeholder 9">
            <a:extLst>
              <a:ext uri="{FF2B5EF4-FFF2-40B4-BE49-F238E27FC236}">
                <a16:creationId xmlns:a16="http://schemas.microsoft.com/office/drawing/2014/main" id="{804CEFDA-6A6F-42D3-B65C-4BE1054C905E}"/>
              </a:ext>
            </a:extLst>
          </p:cNvPr>
          <p:cNvSpPr>
            <a:spLocks noGrp="1"/>
          </p:cNvSpPr>
          <p:nvPr>
            <p:ph type="body" sz="quarter" idx="21"/>
          </p:nvPr>
        </p:nvSpPr>
        <p:spPr>
          <a:xfrm>
            <a:off x="9073133" y="2276475"/>
            <a:ext cx="2532063" cy="1698927"/>
          </a:xfrm>
        </p:spPr>
        <p:txBody>
          <a:bodyPr wrap="square">
            <a:spAutoFit/>
          </a:bodyPr>
          <a:lstStyle>
            <a:lvl1pPr marL="141288" indent="-141288">
              <a:defRPr lang="en-US" sz="1800" dirty="0"/>
            </a:lvl1pPr>
            <a:lvl2pPr marL="285750" indent="-125413">
              <a:defRPr lang="en-US" sz="1600" dirty="0"/>
            </a:lvl2pPr>
            <a:lvl3pPr marL="438150" indent="-133350">
              <a:defRPr lang="en-US" dirty="0"/>
            </a:lvl3pPr>
            <a:lvl4pPr marL="566738" indent="-114300">
              <a:defRPr lang="en-US" dirty="0"/>
            </a:lvl4pPr>
            <a:lvl5pPr marL="685800" indent="-109538">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821672540"/>
      </p:ext>
    </p:extLst>
  </p:cSld>
  <p:clrMapOvr>
    <a:masterClrMapping/>
  </p:clrMapOvr>
  <p:transition>
    <p:fade/>
  </p:transition>
  <p:extLst>
    <p:ext uri="{DCECCB84-F9BA-43D5-87BE-67443E8EF086}">
      <p15:sldGuideLst xmlns:p15="http://schemas.microsoft.com/office/powerpoint/2012/main">
        <p15:guide id="4" orient="horz" pos="906">
          <p15:clr>
            <a:srgbClr val="5ACBF0"/>
          </p15:clr>
        </p15:guide>
        <p15:guide id="5" orient="horz" pos="288">
          <p15:clr>
            <a:srgbClr val="5ACBF0"/>
          </p15:clr>
        </p15:guide>
        <p15:guide id="6" pos="1963">
          <p15:clr>
            <a:srgbClr val="5ACBF0"/>
          </p15:clr>
        </p15:guide>
        <p15:guide id="7" pos="2150">
          <p15:clr>
            <a:srgbClr val="5ACBF0"/>
          </p15:clr>
        </p15:guide>
        <p15:guide id="8" pos="3746">
          <p15:clr>
            <a:srgbClr val="5ACBF0"/>
          </p15:clr>
        </p15:guide>
        <p15:guide id="9" pos="3934">
          <p15:clr>
            <a:srgbClr val="5ACBF0"/>
          </p15:clr>
        </p15:guide>
        <p15:guide id="10" pos="5530">
          <p15:clr>
            <a:srgbClr val="5ACBF0"/>
          </p15:clr>
        </p15:guide>
        <p15:guide id="11" pos="5716">
          <p15:clr>
            <a:srgbClr val="5ACBF0"/>
          </p15:clr>
        </p15:guide>
        <p15:guide id="12" orient="horz" pos="1436">
          <p15:clr>
            <a:srgbClr val="5ACBF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Five Column Bullet with Subtitle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7A434B7-D4B9-4D45-A31C-F0CC4D227945}"/>
              </a:ext>
            </a:extLst>
          </p:cNvPr>
          <p:cNvSpPr>
            <a:spLocks noGrp="1"/>
          </p:cNvSpPr>
          <p:nvPr>
            <p:ph type="title"/>
          </p:nvPr>
        </p:nvSpPr>
        <p:spPr>
          <a:xfrm>
            <a:off x="588263" y="457200"/>
            <a:ext cx="11018520" cy="553998"/>
          </a:xfrm>
        </p:spPr>
        <p:txBody>
          <a:bodyPr>
            <a:spAutoFit/>
          </a:bodyPr>
          <a:lstStyle/>
          <a:p>
            <a:r>
              <a:rPr lang="en-US"/>
              <a:t>Click to edit Master title style</a:t>
            </a:r>
            <a:endParaRPr lang="en-US" dirty="0"/>
          </a:p>
        </p:txBody>
      </p:sp>
      <p:sp>
        <p:nvSpPr>
          <p:cNvPr id="22" name="Text Placeholder 11">
            <a:extLst>
              <a:ext uri="{FF2B5EF4-FFF2-40B4-BE49-F238E27FC236}">
                <a16:creationId xmlns:a16="http://schemas.microsoft.com/office/drawing/2014/main" id="{92783506-927E-48F7-8EFC-36257F3E2812}"/>
              </a:ext>
            </a:extLst>
          </p:cNvPr>
          <p:cNvSpPr>
            <a:spLocks noGrp="1"/>
          </p:cNvSpPr>
          <p:nvPr>
            <p:ph type="body" sz="quarter" idx="16" hasCustomPrompt="1"/>
          </p:nvPr>
        </p:nvSpPr>
        <p:spPr>
          <a:xfrm>
            <a:off x="584200" y="1438275"/>
            <a:ext cx="1965960" cy="492443"/>
          </a:xfrm>
        </p:spPr>
        <p:txBody>
          <a:bodyPr anchor="t"/>
          <a:lstStyle>
            <a:lvl1pPr marL="0" indent="0">
              <a:spcBef>
                <a:spcPts val="0"/>
              </a:spcBef>
              <a:buNone/>
              <a:defRPr sz="1600">
                <a:solidFill>
                  <a:schemeClr val="tx1"/>
                </a:solidFill>
                <a:latin typeface="+mj-lt"/>
              </a:defRPr>
            </a:lvl1pPr>
          </a:lstStyle>
          <a:p>
            <a:pPr lvl="0"/>
            <a:r>
              <a:rPr lang="en-US" dirty="0"/>
              <a:t>Click to edit text styles</a:t>
            </a:r>
          </a:p>
        </p:txBody>
      </p:sp>
      <p:sp>
        <p:nvSpPr>
          <p:cNvPr id="23" name="Text Placeholder 7">
            <a:extLst>
              <a:ext uri="{FF2B5EF4-FFF2-40B4-BE49-F238E27FC236}">
                <a16:creationId xmlns:a16="http://schemas.microsoft.com/office/drawing/2014/main" id="{FB6093D3-3EDF-4A80-8450-C5EBB1990775}"/>
              </a:ext>
            </a:extLst>
          </p:cNvPr>
          <p:cNvSpPr>
            <a:spLocks noGrp="1"/>
          </p:cNvSpPr>
          <p:nvPr>
            <p:ph type="body" sz="quarter" idx="14"/>
          </p:nvPr>
        </p:nvSpPr>
        <p:spPr>
          <a:xfrm>
            <a:off x="584200" y="2283115"/>
            <a:ext cx="1965960" cy="1452705"/>
          </a:xfrm>
        </p:spPr>
        <p:txBody>
          <a:bodyPr wrap="square">
            <a:spAutoFit/>
          </a:bodyPr>
          <a:lstStyle>
            <a:lvl1pPr marL="141288" indent="-141288">
              <a:defRPr lang="en-US" sz="1500" dirty="0"/>
            </a:lvl1pPr>
            <a:lvl2pPr marL="285750" indent="-125413">
              <a:defRPr lang="en-US" sz="1400" dirty="0"/>
            </a:lvl2pPr>
            <a:lvl3pPr marL="438150" indent="-133350">
              <a:defRPr lang="en-US" sz="1400" dirty="0"/>
            </a:lvl3pPr>
            <a:lvl4pPr marL="566738" indent="-114300">
              <a:defRPr lang="en-US" sz="1200" dirty="0"/>
            </a:lvl4pPr>
            <a:lvl5pPr marL="685800" indent="-109538">
              <a:defRPr lang="en-US" sz="12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4" name="Text Placeholder 11">
            <a:extLst>
              <a:ext uri="{FF2B5EF4-FFF2-40B4-BE49-F238E27FC236}">
                <a16:creationId xmlns:a16="http://schemas.microsoft.com/office/drawing/2014/main" id="{438D2C80-6884-451D-8D7D-B69022CCC5C4}"/>
              </a:ext>
            </a:extLst>
          </p:cNvPr>
          <p:cNvSpPr>
            <a:spLocks noGrp="1"/>
          </p:cNvSpPr>
          <p:nvPr>
            <p:ph type="body" sz="quarter" idx="17" hasCustomPrompt="1"/>
          </p:nvPr>
        </p:nvSpPr>
        <p:spPr>
          <a:xfrm>
            <a:off x="2849007" y="1438275"/>
            <a:ext cx="1965960" cy="492443"/>
          </a:xfrm>
        </p:spPr>
        <p:txBody>
          <a:bodyPr anchor="t"/>
          <a:lstStyle>
            <a:lvl1pPr marL="0" indent="0">
              <a:spcBef>
                <a:spcPts val="0"/>
              </a:spcBef>
              <a:buNone/>
              <a:defRPr sz="1600">
                <a:solidFill>
                  <a:schemeClr val="tx1"/>
                </a:solidFill>
                <a:latin typeface="+mj-lt"/>
              </a:defRPr>
            </a:lvl1pPr>
          </a:lstStyle>
          <a:p>
            <a:pPr lvl="0"/>
            <a:r>
              <a:rPr lang="en-US" dirty="0"/>
              <a:t>Click to edit text styles</a:t>
            </a:r>
          </a:p>
        </p:txBody>
      </p:sp>
      <p:sp>
        <p:nvSpPr>
          <p:cNvPr id="25" name="Text Placeholder 9">
            <a:extLst>
              <a:ext uri="{FF2B5EF4-FFF2-40B4-BE49-F238E27FC236}">
                <a16:creationId xmlns:a16="http://schemas.microsoft.com/office/drawing/2014/main" id="{7614A884-0AD6-4A85-A432-2B13E7464DA9}"/>
              </a:ext>
            </a:extLst>
          </p:cNvPr>
          <p:cNvSpPr>
            <a:spLocks noGrp="1"/>
          </p:cNvSpPr>
          <p:nvPr>
            <p:ph type="body" sz="quarter" idx="15"/>
          </p:nvPr>
        </p:nvSpPr>
        <p:spPr>
          <a:xfrm>
            <a:off x="2849007" y="2276475"/>
            <a:ext cx="1965960" cy="1452705"/>
          </a:xfrm>
        </p:spPr>
        <p:txBody>
          <a:bodyPr wrap="square">
            <a:spAutoFit/>
          </a:bodyPr>
          <a:lstStyle>
            <a:lvl1pPr marL="141288" indent="-141288">
              <a:defRPr lang="en-US" sz="1500" dirty="0"/>
            </a:lvl1pPr>
            <a:lvl2pPr marL="285750" indent="-125413">
              <a:defRPr lang="en-US" sz="1400" dirty="0"/>
            </a:lvl2pPr>
            <a:lvl3pPr marL="438150" indent="-133350">
              <a:defRPr lang="en-US" sz="1400" dirty="0"/>
            </a:lvl3pPr>
            <a:lvl4pPr marL="566738" indent="-114300">
              <a:defRPr lang="en-US" sz="1200" dirty="0"/>
            </a:lvl4pPr>
            <a:lvl5pPr marL="685800" indent="-109538">
              <a:defRPr lang="en-US" sz="12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6" name="Text Placeholder 11">
            <a:extLst>
              <a:ext uri="{FF2B5EF4-FFF2-40B4-BE49-F238E27FC236}">
                <a16:creationId xmlns:a16="http://schemas.microsoft.com/office/drawing/2014/main" id="{7D8FFDED-9FE5-4D94-8EB0-7D645C10FBFF}"/>
              </a:ext>
            </a:extLst>
          </p:cNvPr>
          <p:cNvSpPr>
            <a:spLocks noGrp="1"/>
          </p:cNvSpPr>
          <p:nvPr>
            <p:ph type="body" sz="quarter" idx="18" hasCustomPrompt="1"/>
          </p:nvPr>
        </p:nvSpPr>
        <p:spPr>
          <a:xfrm>
            <a:off x="5113814" y="1438275"/>
            <a:ext cx="1965960" cy="492443"/>
          </a:xfrm>
        </p:spPr>
        <p:txBody>
          <a:bodyPr anchor="t"/>
          <a:lstStyle>
            <a:lvl1pPr marL="0" indent="0">
              <a:spcBef>
                <a:spcPts val="0"/>
              </a:spcBef>
              <a:buNone/>
              <a:defRPr sz="1600">
                <a:solidFill>
                  <a:schemeClr val="tx1"/>
                </a:solidFill>
                <a:latin typeface="+mj-lt"/>
              </a:defRPr>
            </a:lvl1pPr>
          </a:lstStyle>
          <a:p>
            <a:pPr lvl="0"/>
            <a:r>
              <a:rPr lang="en-US" dirty="0"/>
              <a:t>Click to edit text styles</a:t>
            </a:r>
          </a:p>
        </p:txBody>
      </p:sp>
      <p:sp>
        <p:nvSpPr>
          <p:cNvPr id="27" name="Text Placeholder 7">
            <a:extLst>
              <a:ext uri="{FF2B5EF4-FFF2-40B4-BE49-F238E27FC236}">
                <a16:creationId xmlns:a16="http://schemas.microsoft.com/office/drawing/2014/main" id="{D429D954-9297-44FA-B7BD-56586012419C}"/>
              </a:ext>
            </a:extLst>
          </p:cNvPr>
          <p:cNvSpPr>
            <a:spLocks noGrp="1"/>
          </p:cNvSpPr>
          <p:nvPr>
            <p:ph type="body" sz="quarter" idx="19"/>
          </p:nvPr>
        </p:nvSpPr>
        <p:spPr>
          <a:xfrm>
            <a:off x="5113814" y="2283115"/>
            <a:ext cx="1965960" cy="1452705"/>
          </a:xfrm>
        </p:spPr>
        <p:txBody>
          <a:bodyPr wrap="square">
            <a:spAutoFit/>
          </a:bodyPr>
          <a:lstStyle>
            <a:lvl1pPr marL="141288" indent="-141288">
              <a:defRPr lang="en-US" sz="1500" dirty="0"/>
            </a:lvl1pPr>
            <a:lvl2pPr marL="285750" indent="-125413">
              <a:defRPr lang="en-US" sz="1400" dirty="0"/>
            </a:lvl2pPr>
            <a:lvl3pPr marL="438150" indent="-133350">
              <a:defRPr lang="en-US" sz="1400" dirty="0"/>
            </a:lvl3pPr>
            <a:lvl4pPr marL="566738" indent="-114300">
              <a:defRPr lang="en-US" sz="1200" dirty="0"/>
            </a:lvl4pPr>
            <a:lvl5pPr marL="685800" indent="-109538">
              <a:defRPr lang="en-US" sz="12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8" name="Text Placeholder 11">
            <a:extLst>
              <a:ext uri="{FF2B5EF4-FFF2-40B4-BE49-F238E27FC236}">
                <a16:creationId xmlns:a16="http://schemas.microsoft.com/office/drawing/2014/main" id="{04D43B0D-50F8-4F63-AFA3-34A46F42E816}"/>
              </a:ext>
            </a:extLst>
          </p:cNvPr>
          <p:cNvSpPr>
            <a:spLocks noGrp="1"/>
          </p:cNvSpPr>
          <p:nvPr>
            <p:ph type="body" sz="quarter" idx="20" hasCustomPrompt="1"/>
          </p:nvPr>
        </p:nvSpPr>
        <p:spPr>
          <a:xfrm>
            <a:off x="7378621" y="1438275"/>
            <a:ext cx="1965960" cy="492443"/>
          </a:xfrm>
        </p:spPr>
        <p:txBody>
          <a:bodyPr anchor="t"/>
          <a:lstStyle>
            <a:lvl1pPr marL="0" indent="0">
              <a:spcBef>
                <a:spcPts val="0"/>
              </a:spcBef>
              <a:buNone/>
              <a:defRPr sz="1600">
                <a:solidFill>
                  <a:schemeClr val="tx1"/>
                </a:solidFill>
                <a:latin typeface="+mj-lt"/>
              </a:defRPr>
            </a:lvl1pPr>
          </a:lstStyle>
          <a:p>
            <a:pPr lvl="0"/>
            <a:r>
              <a:rPr lang="en-US" dirty="0"/>
              <a:t>Click to edit text styles</a:t>
            </a:r>
          </a:p>
        </p:txBody>
      </p:sp>
      <p:sp>
        <p:nvSpPr>
          <p:cNvPr id="29" name="Text Placeholder 9">
            <a:extLst>
              <a:ext uri="{FF2B5EF4-FFF2-40B4-BE49-F238E27FC236}">
                <a16:creationId xmlns:a16="http://schemas.microsoft.com/office/drawing/2014/main" id="{804CEFDA-6A6F-42D3-B65C-4BE1054C905E}"/>
              </a:ext>
            </a:extLst>
          </p:cNvPr>
          <p:cNvSpPr>
            <a:spLocks noGrp="1"/>
          </p:cNvSpPr>
          <p:nvPr>
            <p:ph type="body" sz="quarter" idx="21"/>
          </p:nvPr>
        </p:nvSpPr>
        <p:spPr>
          <a:xfrm>
            <a:off x="7378621" y="2276475"/>
            <a:ext cx="1965960" cy="1452705"/>
          </a:xfrm>
        </p:spPr>
        <p:txBody>
          <a:bodyPr wrap="square">
            <a:spAutoFit/>
          </a:bodyPr>
          <a:lstStyle>
            <a:lvl1pPr marL="141288" indent="-141288">
              <a:defRPr lang="en-US" sz="1500" dirty="0"/>
            </a:lvl1pPr>
            <a:lvl2pPr marL="285750" indent="-125413">
              <a:defRPr lang="en-US" sz="1400" dirty="0"/>
            </a:lvl2pPr>
            <a:lvl3pPr marL="438150" indent="-133350">
              <a:defRPr lang="en-US" sz="1400" dirty="0"/>
            </a:lvl3pPr>
            <a:lvl4pPr marL="566738" indent="-114300">
              <a:defRPr lang="en-US" sz="1200" dirty="0"/>
            </a:lvl4pPr>
            <a:lvl5pPr marL="685800" indent="-109538">
              <a:defRPr lang="en-US" sz="12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11">
            <a:extLst>
              <a:ext uri="{FF2B5EF4-FFF2-40B4-BE49-F238E27FC236}">
                <a16:creationId xmlns:a16="http://schemas.microsoft.com/office/drawing/2014/main" id="{540485AC-5036-400C-92C3-D3E9EC0252BC}"/>
              </a:ext>
            </a:extLst>
          </p:cNvPr>
          <p:cNvSpPr>
            <a:spLocks noGrp="1"/>
          </p:cNvSpPr>
          <p:nvPr>
            <p:ph type="body" sz="quarter" idx="22" hasCustomPrompt="1"/>
          </p:nvPr>
        </p:nvSpPr>
        <p:spPr>
          <a:xfrm>
            <a:off x="9643428" y="1438275"/>
            <a:ext cx="1965960" cy="492443"/>
          </a:xfrm>
        </p:spPr>
        <p:txBody>
          <a:bodyPr anchor="t"/>
          <a:lstStyle>
            <a:lvl1pPr marL="0" indent="0">
              <a:spcBef>
                <a:spcPts val="0"/>
              </a:spcBef>
              <a:buNone/>
              <a:defRPr sz="1600">
                <a:solidFill>
                  <a:schemeClr val="tx1"/>
                </a:solidFill>
                <a:latin typeface="+mj-lt"/>
              </a:defRPr>
            </a:lvl1pPr>
          </a:lstStyle>
          <a:p>
            <a:pPr lvl="0"/>
            <a:r>
              <a:rPr lang="en-US" dirty="0"/>
              <a:t>Click to edit text styles</a:t>
            </a:r>
          </a:p>
        </p:txBody>
      </p:sp>
      <p:sp>
        <p:nvSpPr>
          <p:cNvPr id="12" name="Text Placeholder 9">
            <a:extLst>
              <a:ext uri="{FF2B5EF4-FFF2-40B4-BE49-F238E27FC236}">
                <a16:creationId xmlns:a16="http://schemas.microsoft.com/office/drawing/2014/main" id="{F90290A2-7689-4DF5-971A-36C2D9173411}"/>
              </a:ext>
            </a:extLst>
          </p:cNvPr>
          <p:cNvSpPr>
            <a:spLocks noGrp="1"/>
          </p:cNvSpPr>
          <p:nvPr>
            <p:ph type="body" sz="quarter" idx="23"/>
          </p:nvPr>
        </p:nvSpPr>
        <p:spPr>
          <a:xfrm>
            <a:off x="9643428" y="2276475"/>
            <a:ext cx="1965960" cy="1452705"/>
          </a:xfrm>
        </p:spPr>
        <p:txBody>
          <a:bodyPr wrap="square">
            <a:spAutoFit/>
          </a:bodyPr>
          <a:lstStyle>
            <a:lvl1pPr marL="141288" indent="-141288">
              <a:defRPr lang="en-US" sz="1500" dirty="0"/>
            </a:lvl1pPr>
            <a:lvl2pPr marL="285750" indent="-125413">
              <a:defRPr lang="en-US" sz="1400" dirty="0"/>
            </a:lvl2pPr>
            <a:lvl3pPr marL="438150" indent="-133350">
              <a:defRPr lang="en-US" sz="1400" dirty="0"/>
            </a:lvl3pPr>
            <a:lvl4pPr marL="566738" indent="-114300">
              <a:defRPr lang="en-US" sz="1200" dirty="0"/>
            </a:lvl4pPr>
            <a:lvl5pPr marL="685800" indent="-109538">
              <a:defRPr lang="en-US" sz="12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784318785"/>
      </p:ext>
    </p:extLst>
  </p:cSld>
  <p:clrMapOvr>
    <a:masterClrMapping/>
  </p:clrMapOvr>
  <p:transition>
    <p:fade/>
  </p:transition>
  <p:extLst>
    <p:ext uri="{DCECCB84-F9BA-43D5-87BE-67443E8EF086}">
      <p15:sldGuideLst xmlns:p15="http://schemas.microsoft.com/office/powerpoint/2012/main">
        <p15:guide id="4" orient="horz" pos="906">
          <p15:clr>
            <a:srgbClr val="5ACBF0"/>
          </p15:clr>
        </p15:guide>
        <p15:guide id="5" orient="horz" pos="288">
          <p15:clr>
            <a:srgbClr val="5ACBF0"/>
          </p15:clr>
        </p15:guide>
        <p15:guide id="6" pos="1610">
          <p15:clr>
            <a:srgbClr val="5ACBF0"/>
          </p15:clr>
        </p15:guide>
        <p15:guide id="7" pos="1795">
          <p15:clr>
            <a:srgbClr val="5ACBF0"/>
          </p15:clr>
        </p15:guide>
        <p15:guide id="8" pos="3035">
          <p15:clr>
            <a:srgbClr val="5ACBF0"/>
          </p15:clr>
        </p15:guide>
        <p15:guide id="9" pos="3221">
          <p15:clr>
            <a:srgbClr val="5ACBF0"/>
          </p15:clr>
        </p15:guide>
        <p15:guide id="10" pos="4461">
          <p15:clr>
            <a:srgbClr val="5ACBF0"/>
          </p15:clr>
        </p15:guide>
        <p15:guide id="11" pos="5890">
          <p15:clr>
            <a:srgbClr val="5ACBF0"/>
          </p15:clr>
        </p15:guide>
        <p15:guide id="12" orient="horz" pos="1436">
          <p15:clr>
            <a:srgbClr val="5ACBF0"/>
          </p15:clr>
        </p15:guide>
        <p15:guide id="13" pos="4646">
          <p15:clr>
            <a:srgbClr val="5ACBF0"/>
          </p15:clr>
        </p15:guide>
        <p15:guide id="14" pos="6072">
          <p15:clr>
            <a:srgbClr val="5ACBF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p:txBody>
          <a:bodyPr/>
          <a:lstStyle/>
          <a:p>
            <a:r>
              <a:rPr lang="en-US"/>
              <a:t>Click to edit Master title style</a:t>
            </a:r>
            <a:endParaRPr lang="en-US" dirty="0"/>
          </a:p>
        </p:txBody>
      </p:sp>
    </p:spTree>
    <p:extLst>
      <p:ext uri="{BB962C8B-B14F-4D97-AF65-F5344CB8AC3E}">
        <p14:creationId xmlns:p14="http://schemas.microsoft.com/office/powerpoint/2010/main" val="1541463304"/>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itle Only - left side ">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88264" y="2875002"/>
            <a:ext cx="4127692" cy="1107996"/>
          </a:xfrm>
        </p:spPr>
        <p:txBody>
          <a:bodyPr wrap="square" anchor="ctr">
            <a:spAutoFit/>
          </a:bodyPr>
          <a:lstStyle/>
          <a:p>
            <a:r>
              <a:rPr lang="en-US"/>
              <a:t>Click to edit Master title style</a:t>
            </a:r>
            <a:endParaRPr lang="en-US" dirty="0"/>
          </a:p>
        </p:txBody>
      </p:sp>
    </p:spTree>
    <p:extLst>
      <p:ext uri="{BB962C8B-B14F-4D97-AF65-F5344CB8AC3E}">
        <p14:creationId xmlns:p14="http://schemas.microsoft.com/office/powerpoint/2010/main" val="2123985108"/>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30" orient="horz" pos="288">
          <p15:clr>
            <a:srgbClr val="5ACBF0"/>
          </p15:clr>
        </p15:guide>
        <p15:guide id="32" orient="horz" pos="2160">
          <p15:clr>
            <a:srgbClr val="5ACBF0"/>
          </p15:clr>
        </p15:guide>
        <p15:guide id="33" pos="2976">
          <p15:clr>
            <a:srgbClr val="5ACBF0"/>
          </p15:clr>
        </p15:guide>
        <p15:guide id="34" pos="3336">
          <p15:clr>
            <a:srgbClr val="5ACBF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Small title - half page">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4B2500C4-B436-4E3A-8A91-A02448A774DB}"/>
              </a:ext>
            </a:extLst>
          </p:cNvPr>
          <p:cNvSpPr>
            <a:spLocks noGrp="1"/>
          </p:cNvSpPr>
          <p:nvPr>
            <p:ph type="title"/>
          </p:nvPr>
        </p:nvSpPr>
        <p:spPr>
          <a:xfrm>
            <a:off x="584200" y="457200"/>
            <a:ext cx="5508419" cy="372410"/>
          </a:xfrm>
        </p:spPr>
        <p:txBody>
          <a:bodyPr tIns="64008"/>
          <a:lstStyle>
            <a:lvl1pPr>
              <a:defRPr sz="2000" spc="0">
                <a:latin typeface="+mj-lt"/>
                <a:cs typeface="Segoe UI" panose="020B0502040204020203" pitchFamily="34" charset="0"/>
              </a:defRPr>
            </a:lvl1pPr>
          </a:lstStyle>
          <a:p>
            <a:r>
              <a:rPr lang="en-US"/>
              <a:t>Click to edit Master title style</a:t>
            </a:r>
            <a:endParaRPr lang="en-US" dirty="0"/>
          </a:p>
        </p:txBody>
      </p:sp>
    </p:spTree>
    <p:extLst>
      <p:ext uri="{BB962C8B-B14F-4D97-AF65-F5344CB8AC3E}">
        <p14:creationId xmlns:p14="http://schemas.microsoft.com/office/powerpoint/2010/main" val="3029813310"/>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52">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guide id="31" pos="3840">
          <p15:clr>
            <a:srgbClr val="5ACBF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Developer Code Layout">
    <p:bg>
      <p:bgPr>
        <a:solidFill>
          <a:srgbClr val="D7D2CB"/>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636FE-845C-418D-82A1-1DA6DB73D781}"/>
              </a:ext>
            </a:extLst>
          </p:cNvPr>
          <p:cNvSpPr>
            <a:spLocks noGrp="1"/>
          </p:cNvSpPr>
          <p:nvPr>
            <p:ph type="title"/>
          </p:nvPr>
        </p:nvSpPr>
        <p:spPr/>
        <p:txBody>
          <a:bodyPr anchor="ctr"/>
          <a:lstStyle/>
          <a:p>
            <a:r>
              <a:rPr lang="en-US"/>
              <a:t>Click to edit Master title style</a:t>
            </a:r>
            <a:endParaRPr lang="en-US" dirty="0"/>
          </a:p>
        </p:txBody>
      </p:sp>
      <p:sp>
        <p:nvSpPr>
          <p:cNvPr id="6" name="Rectangle 5">
            <a:extLst>
              <a:ext uri="{FF2B5EF4-FFF2-40B4-BE49-F238E27FC236}">
                <a16:creationId xmlns:a16="http://schemas.microsoft.com/office/drawing/2014/main" id="{182D46E0-16CE-40B0-8623-F82D5D410958}"/>
              </a:ext>
              <a:ext uri="{C183D7F6-B498-43B3-948B-1728B52AA6E4}">
                <adec:decorative xmlns:adec="http://schemas.microsoft.com/office/drawing/2017/decorative" val="1"/>
              </a:ext>
            </a:extLst>
          </p:cNvPr>
          <p:cNvSpPr/>
          <p:nvPr/>
        </p:nvSpPr>
        <p:spPr bwMode="auto">
          <a:xfrm>
            <a:off x="0" y="1436688"/>
            <a:ext cx="12192000" cy="5421312"/>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a:solidFill>
                <a:srgbClr val="FFFFFF"/>
              </a:solidFill>
              <a:ea typeface="Segoe UI" pitchFamily="34" charset="0"/>
              <a:cs typeface="Segoe UI" pitchFamily="34" charset="0"/>
            </a:endParaRPr>
          </a:p>
        </p:txBody>
      </p:sp>
      <p:sp>
        <p:nvSpPr>
          <p:cNvPr id="8" name="Text Placeholder 14">
            <a:extLst>
              <a:ext uri="{FF2B5EF4-FFF2-40B4-BE49-F238E27FC236}">
                <a16:creationId xmlns:a16="http://schemas.microsoft.com/office/drawing/2014/main" id="{44977AB6-1D7E-4858-A2EA-BF86577C3990}"/>
              </a:ext>
            </a:extLst>
          </p:cNvPr>
          <p:cNvSpPr>
            <a:spLocks noGrp="1"/>
          </p:cNvSpPr>
          <p:nvPr>
            <p:ph type="body" sz="quarter" idx="13" hasCustomPrompt="1"/>
          </p:nvPr>
        </p:nvSpPr>
        <p:spPr>
          <a:xfrm>
            <a:off x="0" y="1436688"/>
            <a:ext cx="3788358" cy="446148"/>
          </a:xfrm>
          <a:gradFill flip="none" rotWithShape="1">
            <a:gsLst>
              <a:gs pos="0">
                <a:srgbClr val="000000"/>
              </a:gs>
              <a:gs pos="92000">
                <a:srgbClr val="000000"/>
              </a:gs>
              <a:gs pos="92000">
                <a:schemeClr val="accent1"/>
              </a:gs>
            </a:gsLst>
            <a:lin ang="16200000" scaled="1"/>
            <a:tileRect/>
          </a:gradFill>
        </p:spPr>
        <p:txBody>
          <a:bodyPr lIns="585216" tIns="91440" bIns="45720"/>
          <a:lstStyle>
            <a:lvl1pPr marL="0" indent="0">
              <a:buNone/>
              <a:defRPr sz="1999">
                <a:solidFill>
                  <a:srgbClr val="FFFFFF"/>
                </a:solidFill>
                <a:latin typeface="+mj-lt"/>
              </a:defRPr>
            </a:lvl1pPr>
          </a:lstStyle>
          <a:p>
            <a:pPr lvl="0"/>
            <a:r>
              <a:rPr lang="en-US" dirty="0"/>
              <a:t>Click to enter title</a:t>
            </a:r>
          </a:p>
        </p:txBody>
      </p:sp>
      <p:sp>
        <p:nvSpPr>
          <p:cNvPr id="5" name="Text Placeholder 4" descr="This layout should only be used for developer code. The font used is a monospace font which is ideal for showing code.">
            <a:extLst>
              <a:ext uri="{FF2B5EF4-FFF2-40B4-BE49-F238E27FC236}">
                <a16:creationId xmlns:a16="http://schemas.microsoft.com/office/drawing/2014/main" id="{BA9F61CF-FF79-485A-A6C8-A1952EFD58AE}"/>
              </a:ext>
            </a:extLst>
          </p:cNvPr>
          <p:cNvSpPr>
            <a:spLocks noGrp="1"/>
          </p:cNvSpPr>
          <p:nvPr>
            <p:ph type="body" sz="quarter" idx="10"/>
          </p:nvPr>
        </p:nvSpPr>
        <p:spPr>
          <a:xfrm>
            <a:off x="588263" y="2099310"/>
            <a:ext cx="11018520" cy="369332"/>
          </a:xfrm>
        </p:spPr>
        <p:txBody>
          <a:bodyPr/>
          <a:lstStyle>
            <a:lvl1pPr marL="0" indent="0">
              <a:buNone/>
              <a:tabLst/>
              <a:defRPr sz="2400">
                <a:solidFill>
                  <a:srgbClr val="000000"/>
                </a:solidFill>
                <a:latin typeface="Consolas" panose="020B0609020204030204" pitchFamily="49" charset="0"/>
                <a:cs typeface="Consolas" panose="020B0609020204030204" pitchFamily="49" charset="0"/>
              </a:defRPr>
            </a:lvl1pPr>
            <a:lvl2pPr marL="346553" indent="0">
              <a:buNone/>
              <a:tabLst>
                <a:tab pos="344488" algn="l"/>
              </a:tabLst>
              <a:defRPr sz="2400">
                <a:solidFill>
                  <a:schemeClr val="tx1"/>
                </a:solidFill>
                <a:latin typeface="Consolas" panose="020B0609020204030204" pitchFamily="49" charset="0"/>
                <a:cs typeface="Consolas" panose="020B0609020204030204" pitchFamily="49" charset="0"/>
              </a:defRPr>
            </a:lvl2pPr>
            <a:lvl3pPr marL="584607" indent="0">
              <a:buNone/>
              <a:tabLst>
                <a:tab pos="569913" algn="l"/>
              </a:tabLst>
              <a:defRPr sz="2400">
                <a:solidFill>
                  <a:schemeClr val="tx1"/>
                </a:solidFill>
                <a:latin typeface="Consolas" panose="020B0609020204030204" pitchFamily="49" charset="0"/>
                <a:cs typeface="Consolas" panose="020B0609020204030204" pitchFamily="49" charset="0"/>
              </a:defRPr>
            </a:lvl3pPr>
            <a:lvl4pPr marL="814563" indent="0">
              <a:buNone/>
              <a:tabLst>
                <a:tab pos="800100" algn="l"/>
              </a:tabLst>
              <a:defRPr sz="2400">
                <a:solidFill>
                  <a:schemeClr val="tx1"/>
                </a:solidFill>
                <a:latin typeface="Consolas" panose="020B0609020204030204" pitchFamily="49" charset="0"/>
                <a:cs typeface="Consolas" panose="020B0609020204030204" pitchFamily="49" charset="0"/>
              </a:defRPr>
            </a:lvl4pPr>
            <a:lvl5pPr marL="1050997" indent="0">
              <a:buNone/>
              <a:tabLst>
                <a:tab pos="1028700" algn="l"/>
              </a:tabLst>
              <a:defRPr sz="2400">
                <a:solidFill>
                  <a:schemeClr val="tx1"/>
                </a:solidFill>
                <a:latin typeface="Consolas" panose="020B0609020204030204" pitchFamily="49" charset="0"/>
                <a:cs typeface="Consolas" panose="020B0609020204030204" pitchFamily="49" charset="0"/>
              </a:defRPr>
            </a:lvl5pPr>
          </a:lstStyle>
          <a:p>
            <a:pPr lvl="0"/>
            <a:r>
              <a:rPr lang="en-US"/>
              <a:t>Click to edit Master text styles</a:t>
            </a:r>
          </a:p>
        </p:txBody>
      </p:sp>
    </p:spTree>
    <p:extLst>
      <p:ext uri="{BB962C8B-B14F-4D97-AF65-F5344CB8AC3E}">
        <p14:creationId xmlns:p14="http://schemas.microsoft.com/office/powerpoint/2010/main" val="1857346244"/>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 orient="horz" pos="1322">
          <p15:clr>
            <a:srgbClr val="5ACBF0"/>
          </p15:clr>
        </p15:guide>
        <p15:guide id="2" orient="horz" pos="905">
          <p15:clr>
            <a:srgbClr val="5ACBF0"/>
          </p15:clr>
        </p15:guide>
        <p15:guide id="3" orient="horz" pos="288">
          <p15:clr>
            <a:srgbClr val="5ACBF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Code Bottom">
    <p:bg>
      <p:bgPr>
        <a:solidFill>
          <a:srgbClr val="D7D2CB"/>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1845FFD-6B9A-4013-932A-5E4D7E849D10}"/>
              </a:ext>
            </a:extLst>
          </p:cNvPr>
          <p:cNvSpPr>
            <a:spLocks noGrp="1"/>
          </p:cNvSpPr>
          <p:nvPr>
            <p:ph type="title"/>
          </p:nvPr>
        </p:nvSpPr>
        <p:spPr/>
        <p:txBody>
          <a:bodyPr/>
          <a:lstStyle>
            <a:lvl1pPr>
              <a:defRPr>
                <a:solidFill>
                  <a:schemeClr val="tx1"/>
                </a:solidFill>
              </a:defRPr>
            </a:lvl1pPr>
          </a:lstStyle>
          <a:p>
            <a:r>
              <a:rPr lang="en-US"/>
              <a:t>Click to edit Master title style</a:t>
            </a:r>
            <a:endParaRPr lang="en-US" dirty="0"/>
          </a:p>
        </p:txBody>
      </p:sp>
      <p:sp>
        <p:nvSpPr>
          <p:cNvPr id="19" name="Text Placeholder 3">
            <a:extLst>
              <a:ext uri="{FF2B5EF4-FFF2-40B4-BE49-F238E27FC236}">
                <a16:creationId xmlns:a16="http://schemas.microsoft.com/office/drawing/2014/main" id="{7B17F8BB-3610-1A4F-9E76-B12E706A5517}"/>
              </a:ext>
            </a:extLst>
          </p:cNvPr>
          <p:cNvSpPr>
            <a:spLocks noGrp="1"/>
          </p:cNvSpPr>
          <p:nvPr>
            <p:ph type="body" sz="quarter" idx="10" hasCustomPrompt="1"/>
          </p:nvPr>
        </p:nvSpPr>
        <p:spPr>
          <a:xfrm>
            <a:off x="586390" y="1230681"/>
            <a:ext cx="11018520" cy="369332"/>
          </a:xfrm>
        </p:spPr>
        <p:txBody>
          <a:bodyPr wrap="square">
            <a:spAutoFit/>
          </a:bodyPr>
          <a:lstStyle>
            <a:lvl1pPr marL="0" indent="0">
              <a:spcBef>
                <a:spcPts val="600"/>
              </a:spcBef>
              <a:spcAft>
                <a:spcPts val="0"/>
              </a:spcAft>
              <a:buNone/>
              <a:defRPr sz="2400">
                <a:solidFill>
                  <a:schemeClr val="tx1"/>
                </a:solidFill>
                <a:latin typeface="+mn-lt"/>
                <a:cs typeface="Segoe UI" panose="020B0502040204020203" pitchFamily="34" charset="0"/>
              </a:defRPr>
            </a:lvl1pPr>
            <a:lvl2pPr marL="228531" indent="0">
              <a:buNone/>
              <a:defRPr sz="2400">
                <a:solidFill>
                  <a:srgbClr val="2F2F2F"/>
                </a:solidFill>
                <a:latin typeface="Segoe UI" panose="020B0502040204020203" pitchFamily="34" charset="0"/>
                <a:cs typeface="Segoe UI" panose="020B0502040204020203" pitchFamily="34" charset="0"/>
              </a:defRPr>
            </a:lvl2pPr>
            <a:lvl3pPr marL="457063" indent="0">
              <a:buNone/>
              <a:defRPr/>
            </a:lvl3pPr>
            <a:lvl4pPr marL="685594" indent="0">
              <a:buNone/>
              <a:defRPr/>
            </a:lvl4pPr>
            <a:lvl5pPr marL="914126" indent="0">
              <a:buNone/>
              <a:defRPr/>
            </a:lvl5pPr>
          </a:lstStyle>
          <a:p>
            <a:pPr lvl="0"/>
            <a:r>
              <a:rPr lang="en-US" dirty="0"/>
              <a:t>Click to edit text</a:t>
            </a:r>
          </a:p>
        </p:txBody>
      </p:sp>
      <p:sp>
        <p:nvSpPr>
          <p:cNvPr id="5" name="Rectangle 4">
            <a:extLst>
              <a:ext uri="{FF2B5EF4-FFF2-40B4-BE49-F238E27FC236}">
                <a16:creationId xmlns:a16="http://schemas.microsoft.com/office/drawing/2014/main" id="{F1EBE70E-6A93-4EB4-A189-6F9DE42CEE12}"/>
              </a:ext>
              <a:ext uri="{C183D7F6-B498-43B3-948B-1728B52AA6E4}">
                <adec:decorative xmlns:adec="http://schemas.microsoft.com/office/drawing/2017/decorative" val="1"/>
              </a:ext>
            </a:extLst>
          </p:cNvPr>
          <p:cNvSpPr/>
          <p:nvPr/>
        </p:nvSpPr>
        <p:spPr bwMode="auto">
          <a:xfrm>
            <a:off x="0" y="2827138"/>
            <a:ext cx="12192000" cy="4030862"/>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a:solidFill>
                <a:srgbClr val="FFFFFF"/>
              </a:solidFill>
              <a:ea typeface="Segoe UI" pitchFamily="34" charset="0"/>
              <a:cs typeface="Segoe UI" pitchFamily="34" charset="0"/>
            </a:endParaRPr>
          </a:p>
        </p:txBody>
      </p:sp>
      <p:sp>
        <p:nvSpPr>
          <p:cNvPr id="17" name="Text Placeholder 14">
            <a:extLst>
              <a:ext uri="{FF2B5EF4-FFF2-40B4-BE49-F238E27FC236}">
                <a16:creationId xmlns:a16="http://schemas.microsoft.com/office/drawing/2014/main" id="{0E9A2E28-037B-FA4D-ADDC-1AFA11D65CB2}"/>
              </a:ext>
            </a:extLst>
          </p:cNvPr>
          <p:cNvSpPr>
            <a:spLocks noGrp="1"/>
          </p:cNvSpPr>
          <p:nvPr>
            <p:ph type="body" sz="quarter" idx="13" hasCustomPrompt="1"/>
          </p:nvPr>
        </p:nvSpPr>
        <p:spPr>
          <a:xfrm>
            <a:off x="0" y="2827138"/>
            <a:ext cx="3788358" cy="446148"/>
          </a:xfrm>
          <a:gradFill flip="none" rotWithShape="1">
            <a:gsLst>
              <a:gs pos="0">
                <a:srgbClr val="000000"/>
              </a:gs>
              <a:gs pos="92000">
                <a:srgbClr val="000000"/>
              </a:gs>
              <a:gs pos="92000">
                <a:schemeClr val="accent1"/>
              </a:gs>
            </a:gsLst>
            <a:lin ang="16200000" scaled="1"/>
            <a:tileRect/>
          </a:gradFill>
        </p:spPr>
        <p:txBody>
          <a:bodyPr lIns="585216" tIns="91440" bIns="45720"/>
          <a:lstStyle>
            <a:lvl1pPr marL="0" indent="0">
              <a:buNone/>
              <a:defRPr sz="1999">
                <a:solidFill>
                  <a:srgbClr val="FFFFFF"/>
                </a:solidFill>
                <a:latin typeface="+mj-lt"/>
              </a:defRPr>
            </a:lvl1pPr>
          </a:lstStyle>
          <a:p>
            <a:pPr lvl="0"/>
            <a:r>
              <a:rPr lang="en-US" dirty="0"/>
              <a:t>Click to enter title</a:t>
            </a:r>
          </a:p>
        </p:txBody>
      </p:sp>
      <p:sp>
        <p:nvSpPr>
          <p:cNvPr id="13" name="Text Placeholder 4" descr="This layout should only be used for developer code. The font used is a monospace font which is ideal for showing code.">
            <a:extLst>
              <a:ext uri="{FF2B5EF4-FFF2-40B4-BE49-F238E27FC236}">
                <a16:creationId xmlns:a16="http://schemas.microsoft.com/office/drawing/2014/main" id="{47501FD0-A948-CC48-8B11-3BD4F2AE4E8F}"/>
              </a:ext>
            </a:extLst>
          </p:cNvPr>
          <p:cNvSpPr>
            <a:spLocks noGrp="1"/>
          </p:cNvSpPr>
          <p:nvPr>
            <p:ph type="body" sz="quarter" idx="11" hasCustomPrompt="1"/>
          </p:nvPr>
        </p:nvSpPr>
        <p:spPr>
          <a:xfrm>
            <a:off x="586389" y="3491219"/>
            <a:ext cx="11018520" cy="369332"/>
          </a:xfrm>
        </p:spPr>
        <p:txBody>
          <a:bodyPr/>
          <a:lstStyle>
            <a:lvl1pPr marL="0" indent="0">
              <a:buNone/>
              <a:tabLst/>
              <a:defRPr sz="2400">
                <a:solidFill>
                  <a:srgbClr val="000000"/>
                </a:solidFill>
                <a:latin typeface="Consolas" panose="020B0609020204030204" pitchFamily="49" charset="0"/>
                <a:cs typeface="Consolas" panose="020B0609020204030204" pitchFamily="49" charset="0"/>
              </a:defRPr>
            </a:lvl1pPr>
            <a:lvl2pPr marL="346449" indent="0">
              <a:buNone/>
              <a:defRPr sz="23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2pPr>
            <a:lvl3pPr marL="584432" indent="0">
              <a:buNone/>
              <a:defRPr sz="19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3pPr>
            <a:lvl4pPr marL="814319"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4pPr>
            <a:lvl5pPr marL="1050682"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5pPr>
          </a:lstStyle>
          <a:p>
            <a:pPr lvl="0"/>
            <a:r>
              <a:rPr lang="en-US" dirty="0"/>
              <a:t>Click to edit or paste code</a:t>
            </a:r>
          </a:p>
        </p:txBody>
      </p:sp>
    </p:spTree>
    <p:extLst>
      <p:ext uri="{BB962C8B-B14F-4D97-AF65-F5344CB8AC3E}">
        <p14:creationId xmlns:p14="http://schemas.microsoft.com/office/powerpoint/2010/main" val="79764727"/>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 orient="horz" pos="288">
          <p15:clr>
            <a:srgbClr val="5ACBF0"/>
          </p15:clr>
        </p15:guide>
        <p15:guide id="4" orient="horz" pos="1776">
          <p15:clr>
            <a:srgbClr val="5ACBF0"/>
          </p15:clr>
        </p15:guide>
        <p15:guide id="5" orient="horz" pos="2197">
          <p15:clr>
            <a:srgbClr val="5ACBF0"/>
          </p15:clr>
        </p15:guide>
        <p15:guide id="6" orient="horz" pos="773">
          <p15:clr>
            <a:srgbClr val="5ACBF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Code Top">
    <p:bg>
      <p:bgPr>
        <a:solidFill>
          <a:srgbClr val="D7D2CB"/>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F1EBE70E-6A93-4EB4-A189-6F9DE42CEE12}"/>
              </a:ext>
              <a:ext uri="{C183D7F6-B498-43B3-948B-1728B52AA6E4}">
                <adec:decorative xmlns:adec="http://schemas.microsoft.com/office/drawing/2017/decorative" val="1"/>
              </a:ext>
            </a:extLst>
          </p:cNvPr>
          <p:cNvSpPr/>
          <p:nvPr/>
        </p:nvSpPr>
        <p:spPr bwMode="auto">
          <a:xfrm>
            <a:off x="0" y="0"/>
            <a:ext cx="12192000" cy="4030862"/>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a:solidFill>
                <a:srgbClr val="FFFFFF"/>
              </a:solidFill>
              <a:ea typeface="Segoe UI" pitchFamily="34" charset="0"/>
              <a:cs typeface="Segoe UI" pitchFamily="34" charset="0"/>
            </a:endParaRPr>
          </a:p>
        </p:txBody>
      </p:sp>
      <p:sp>
        <p:nvSpPr>
          <p:cNvPr id="3" name="Title 2">
            <a:extLst>
              <a:ext uri="{FF2B5EF4-FFF2-40B4-BE49-F238E27FC236}">
                <a16:creationId xmlns:a16="http://schemas.microsoft.com/office/drawing/2014/main" id="{71845FFD-6B9A-4013-932A-5E4D7E849D10}"/>
              </a:ext>
            </a:extLst>
          </p:cNvPr>
          <p:cNvSpPr>
            <a:spLocks noGrp="1"/>
          </p:cNvSpPr>
          <p:nvPr>
            <p:ph type="title"/>
          </p:nvPr>
        </p:nvSpPr>
        <p:spPr>
          <a:xfrm>
            <a:off x="588263" y="4224580"/>
            <a:ext cx="11018520" cy="492443"/>
          </a:xfrm>
        </p:spPr>
        <p:txBody>
          <a:bodyPr/>
          <a:lstStyle>
            <a:lvl1pPr>
              <a:defRPr sz="3200">
                <a:solidFill>
                  <a:schemeClr val="tx1"/>
                </a:solidFill>
              </a:defRPr>
            </a:lvl1pPr>
          </a:lstStyle>
          <a:p>
            <a:r>
              <a:rPr lang="en-US"/>
              <a:t>Click to edit Master title style</a:t>
            </a:r>
            <a:endParaRPr lang="en-US" dirty="0"/>
          </a:p>
        </p:txBody>
      </p:sp>
      <p:sp>
        <p:nvSpPr>
          <p:cNvPr id="17" name="Text Placeholder 14">
            <a:extLst>
              <a:ext uri="{FF2B5EF4-FFF2-40B4-BE49-F238E27FC236}">
                <a16:creationId xmlns:a16="http://schemas.microsoft.com/office/drawing/2014/main" id="{0E9A2E28-037B-FA4D-ADDC-1AFA11D65CB2}"/>
              </a:ext>
            </a:extLst>
          </p:cNvPr>
          <p:cNvSpPr>
            <a:spLocks noGrp="1"/>
          </p:cNvSpPr>
          <p:nvPr>
            <p:ph type="body" sz="quarter" idx="13" hasCustomPrompt="1"/>
          </p:nvPr>
        </p:nvSpPr>
        <p:spPr>
          <a:xfrm>
            <a:off x="0" y="0"/>
            <a:ext cx="3788358" cy="446148"/>
          </a:xfrm>
          <a:gradFill flip="none" rotWithShape="1">
            <a:gsLst>
              <a:gs pos="0">
                <a:srgbClr val="000000"/>
              </a:gs>
              <a:gs pos="92000">
                <a:srgbClr val="000000"/>
              </a:gs>
              <a:gs pos="92000">
                <a:schemeClr val="accent1"/>
              </a:gs>
            </a:gsLst>
            <a:lin ang="16200000" scaled="1"/>
            <a:tileRect/>
          </a:gradFill>
        </p:spPr>
        <p:txBody>
          <a:bodyPr lIns="585216" tIns="91440" bIns="45720"/>
          <a:lstStyle>
            <a:lvl1pPr marL="0" indent="0">
              <a:buNone/>
              <a:defRPr sz="1999">
                <a:solidFill>
                  <a:srgbClr val="FFFFFF"/>
                </a:solidFill>
                <a:latin typeface="+mj-lt"/>
              </a:defRPr>
            </a:lvl1pPr>
          </a:lstStyle>
          <a:p>
            <a:pPr lvl="0"/>
            <a:r>
              <a:rPr lang="en-US" dirty="0"/>
              <a:t>Click to enter title</a:t>
            </a:r>
          </a:p>
        </p:txBody>
      </p:sp>
      <p:sp>
        <p:nvSpPr>
          <p:cNvPr id="13" name="Text Placeholder 4" descr="This layout should only be used for developer code. The font used is a monospace font which is ideal for showing code.">
            <a:extLst>
              <a:ext uri="{FF2B5EF4-FFF2-40B4-BE49-F238E27FC236}">
                <a16:creationId xmlns:a16="http://schemas.microsoft.com/office/drawing/2014/main" id="{47501FD0-A948-CC48-8B11-3BD4F2AE4E8F}"/>
              </a:ext>
            </a:extLst>
          </p:cNvPr>
          <p:cNvSpPr>
            <a:spLocks noGrp="1"/>
          </p:cNvSpPr>
          <p:nvPr>
            <p:ph type="body" sz="quarter" idx="11" hasCustomPrompt="1"/>
          </p:nvPr>
        </p:nvSpPr>
        <p:spPr>
          <a:xfrm>
            <a:off x="586389" y="660508"/>
            <a:ext cx="11018520" cy="369332"/>
          </a:xfrm>
        </p:spPr>
        <p:txBody>
          <a:bodyPr/>
          <a:lstStyle>
            <a:lvl1pPr marL="0" indent="0">
              <a:buNone/>
              <a:tabLst/>
              <a:defRPr sz="2400">
                <a:solidFill>
                  <a:srgbClr val="000000"/>
                </a:solidFill>
                <a:latin typeface="Consolas" panose="020B0609020204030204" pitchFamily="49" charset="0"/>
                <a:cs typeface="Consolas" panose="020B0609020204030204" pitchFamily="49" charset="0"/>
              </a:defRPr>
            </a:lvl1pPr>
            <a:lvl2pPr marL="346449" indent="0">
              <a:buNone/>
              <a:defRPr sz="23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2pPr>
            <a:lvl3pPr marL="584432" indent="0">
              <a:buNone/>
              <a:defRPr sz="19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3pPr>
            <a:lvl4pPr marL="814319"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4pPr>
            <a:lvl5pPr marL="1050682"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5pPr>
          </a:lstStyle>
          <a:p>
            <a:pPr lvl="0"/>
            <a:r>
              <a:rPr lang="en-US" dirty="0"/>
              <a:t>Click to edit or paste code</a:t>
            </a:r>
          </a:p>
        </p:txBody>
      </p:sp>
      <p:sp>
        <p:nvSpPr>
          <p:cNvPr id="19" name="Text Placeholder 3">
            <a:extLst>
              <a:ext uri="{FF2B5EF4-FFF2-40B4-BE49-F238E27FC236}">
                <a16:creationId xmlns:a16="http://schemas.microsoft.com/office/drawing/2014/main" id="{7B17F8BB-3610-1A4F-9E76-B12E706A5517}"/>
              </a:ext>
            </a:extLst>
          </p:cNvPr>
          <p:cNvSpPr>
            <a:spLocks noGrp="1"/>
          </p:cNvSpPr>
          <p:nvPr>
            <p:ph type="body" sz="quarter" idx="10" hasCustomPrompt="1"/>
          </p:nvPr>
        </p:nvSpPr>
        <p:spPr>
          <a:xfrm>
            <a:off x="591152" y="4996505"/>
            <a:ext cx="11018520" cy="369332"/>
          </a:xfrm>
        </p:spPr>
        <p:txBody>
          <a:bodyPr wrap="square">
            <a:spAutoFit/>
          </a:bodyPr>
          <a:lstStyle>
            <a:lvl1pPr marL="0" indent="0">
              <a:spcBef>
                <a:spcPts val="600"/>
              </a:spcBef>
              <a:spcAft>
                <a:spcPts val="0"/>
              </a:spcAft>
              <a:buNone/>
              <a:defRPr sz="2400">
                <a:solidFill>
                  <a:schemeClr val="tx1"/>
                </a:solidFill>
                <a:latin typeface="+mn-lt"/>
                <a:cs typeface="Segoe UI" panose="020B0502040204020203" pitchFamily="34" charset="0"/>
              </a:defRPr>
            </a:lvl1pPr>
            <a:lvl2pPr marL="228531" indent="0">
              <a:buNone/>
              <a:defRPr sz="2400">
                <a:solidFill>
                  <a:srgbClr val="2F2F2F"/>
                </a:solidFill>
                <a:latin typeface="Segoe UI" panose="020B0502040204020203" pitchFamily="34" charset="0"/>
                <a:cs typeface="Segoe UI" panose="020B0502040204020203" pitchFamily="34" charset="0"/>
              </a:defRPr>
            </a:lvl2pPr>
            <a:lvl3pPr marL="457063" indent="0">
              <a:buNone/>
              <a:defRPr/>
            </a:lvl3pPr>
            <a:lvl4pPr marL="685594" indent="0">
              <a:buNone/>
              <a:defRPr/>
            </a:lvl4pPr>
            <a:lvl5pPr marL="914126" indent="0">
              <a:buNone/>
              <a:defRPr/>
            </a:lvl5pPr>
          </a:lstStyle>
          <a:p>
            <a:pPr lvl="0"/>
            <a:r>
              <a:rPr lang="en-US" dirty="0"/>
              <a:t>Click to edit text</a:t>
            </a:r>
          </a:p>
        </p:txBody>
      </p:sp>
    </p:spTree>
    <p:extLst>
      <p:ext uri="{BB962C8B-B14F-4D97-AF65-F5344CB8AC3E}">
        <p14:creationId xmlns:p14="http://schemas.microsoft.com/office/powerpoint/2010/main" val="2250082664"/>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 orient="horz" pos="288">
          <p15:clr>
            <a:srgbClr val="5ACBF0"/>
          </p15:clr>
        </p15:guide>
        <p15:guide id="4" orient="horz" pos="2661">
          <p15:clr>
            <a:srgbClr val="5ACBF0"/>
          </p15:clr>
        </p15:guide>
        <p15:guide id="5" orient="horz" pos="3147">
          <p15:clr>
            <a:srgbClr val="5ACBF0"/>
          </p15:clr>
        </p15:guide>
        <p15:guide id="6" orient="horz" pos="419">
          <p15:clr>
            <a:srgbClr val="5ACBF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Code Right side">
    <p:bg>
      <p:bgPr>
        <a:solidFill>
          <a:srgbClr val="D7D2CB"/>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82BB27-7DA5-4478-8C18-C1FFEE20AAC1}"/>
              </a:ext>
            </a:extLst>
          </p:cNvPr>
          <p:cNvSpPr>
            <a:spLocks noGrp="1"/>
          </p:cNvSpPr>
          <p:nvPr>
            <p:ph type="title" hasCustomPrompt="1"/>
          </p:nvPr>
        </p:nvSpPr>
        <p:spPr>
          <a:xfrm>
            <a:off x="588263" y="457200"/>
            <a:ext cx="4040887" cy="492443"/>
          </a:xfrm>
        </p:spPr>
        <p:txBody>
          <a:bodyPr/>
          <a:lstStyle>
            <a:lvl1pPr>
              <a:defRPr sz="3200">
                <a:solidFill>
                  <a:schemeClr val="tx1"/>
                </a:solidFill>
              </a:defRPr>
            </a:lvl1pPr>
          </a:lstStyle>
          <a:p>
            <a:r>
              <a:rPr lang="en-US" dirty="0"/>
              <a:t>Click to edit title</a:t>
            </a:r>
          </a:p>
        </p:txBody>
      </p:sp>
      <p:sp>
        <p:nvSpPr>
          <p:cNvPr id="12" name="Text Placeholder 3">
            <a:extLst>
              <a:ext uri="{FF2B5EF4-FFF2-40B4-BE49-F238E27FC236}">
                <a16:creationId xmlns:a16="http://schemas.microsoft.com/office/drawing/2014/main" id="{2BB818A5-4223-0847-B6E2-655C7DC7B6B4}"/>
              </a:ext>
            </a:extLst>
          </p:cNvPr>
          <p:cNvSpPr>
            <a:spLocks noGrp="1"/>
          </p:cNvSpPr>
          <p:nvPr>
            <p:ph type="body" sz="quarter" idx="10" hasCustomPrompt="1"/>
          </p:nvPr>
        </p:nvSpPr>
        <p:spPr>
          <a:xfrm>
            <a:off x="588965" y="1338139"/>
            <a:ext cx="4040185" cy="369332"/>
          </a:xfrm>
        </p:spPr>
        <p:txBody>
          <a:bodyPr wrap="square">
            <a:spAutoFit/>
          </a:bodyPr>
          <a:lstStyle>
            <a:lvl1pPr marL="0" indent="0">
              <a:lnSpc>
                <a:spcPct val="100000"/>
              </a:lnSpc>
              <a:spcBef>
                <a:spcPts val="600"/>
              </a:spcBef>
              <a:spcAft>
                <a:spcPts val="0"/>
              </a:spcAft>
              <a:buNone/>
              <a:defRPr sz="2400" b="0" i="0" baseline="0">
                <a:solidFill>
                  <a:schemeClr val="tx1"/>
                </a:solidFill>
                <a:latin typeface="Segoe UI" panose="020B0502040204020203" pitchFamily="34" charset="0"/>
                <a:cs typeface="Segoe UI" panose="020B0502040204020203" pitchFamily="34" charset="0"/>
              </a:defRPr>
            </a:lvl1pPr>
            <a:lvl2pPr marL="0" indent="0">
              <a:lnSpc>
                <a:spcPct val="100000"/>
              </a:lnSpc>
              <a:spcBef>
                <a:spcPts val="60"/>
              </a:spcBef>
              <a:spcAft>
                <a:spcPts val="60"/>
              </a:spcAft>
              <a:buNone/>
              <a:defRPr sz="2400" b="0" i="0">
                <a:solidFill>
                  <a:srgbClr val="2F2F2F"/>
                </a:solidFill>
                <a:latin typeface="Segoe UI" panose="020B0502040204020203" pitchFamily="34" charset="0"/>
                <a:cs typeface="Segoe UI" panose="020B0502040204020203" pitchFamily="34" charset="0"/>
              </a:defRPr>
            </a:lvl2pPr>
            <a:lvl3pPr marL="457063" indent="0">
              <a:buNone/>
              <a:defRPr/>
            </a:lvl3pPr>
            <a:lvl4pPr marL="685594" indent="0">
              <a:buNone/>
              <a:defRPr/>
            </a:lvl4pPr>
            <a:lvl5pPr marL="914126" indent="0">
              <a:buNone/>
              <a:defRPr/>
            </a:lvl5pPr>
          </a:lstStyle>
          <a:p>
            <a:pPr lvl="0"/>
            <a:r>
              <a:rPr lang="en-US" dirty="0"/>
              <a:t>Click to edit text</a:t>
            </a:r>
          </a:p>
        </p:txBody>
      </p:sp>
      <p:sp>
        <p:nvSpPr>
          <p:cNvPr id="3" name="Rectangle 2">
            <a:extLst>
              <a:ext uri="{FF2B5EF4-FFF2-40B4-BE49-F238E27FC236}">
                <a16:creationId xmlns:a16="http://schemas.microsoft.com/office/drawing/2014/main" id="{2316165A-5926-4F59-B348-996936FBB574}"/>
              </a:ext>
              <a:ext uri="{C183D7F6-B498-43B3-948B-1728B52AA6E4}">
                <adec:decorative xmlns:adec="http://schemas.microsoft.com/office/drawing/2017/decorative" val="1"/>
              </a:ext>
            </a:extLst>
          </p:cNvPr>
          <p:cNvSpPr/>
          <p:nvPr/>
        </p:nvSpPr>
        <p:spPr bwMode="auto">
          <a:xfrm>
            <a:off x="5205984" y="0"/>
            <a:ext cx="6986016" cy="6858000"/>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a:solidFill>
                <a:srgbClr val="FFFFFF"/>
              </a:solidFill>
              <a:ea typeface="Segoe UI" pitchFamily="34" charset="0"/>
              <a:cs typeface="Segoe UI" pitchFamily="34" charset="0"/>
            </a:endParaRPr>
          </a:p>
        </p:txBody>
      </p:sp>
      <p:sp>
        <p:nvSpPr>
          <p:cNvPr id="19" name="Text Placeholder 14">
            <a:extLst>
              <a:ext uri="{FF2B5EF4-FFF2-40B4-BE49-F238E27FC236}">
                <a16:creationId xmlns:a16="http://schemas.microsoft.com/office/drawing/2014/main" id="{0D599919-A8E3-4D2B-86CF-50C6704F17D5}"/>
              </a:ext>
            </a:extLst>
          </p:cNvPr>
          <p:cNvSpPr>
            <a:spLocks noGrp="1"/>
          </p:cNvSpPr>
          <p:nvPr>
            <p:ph type="body" sz="quarter" idx="13" hasCustomPrompt="1"/>
          </p:nvPr>
        </p:nvSpPr>
        <p:spPr>
          <a:xfrm>
            <a:off x="5211763" y="0"/>
            <a:ext cx="3788358" cy="492314"/>
          </a:xfrm>
          <a:gradFill flip="none" rotWithShape="1">
            <a:gsLst>
              <a:gs pos="0">
                <a:srgbClr val="000000"/>
              </a:gs>
              <a:gs pos="99000">
                <a:srgbClr val="000000"/>
              </a:gs>
              <a:gs pos="99000">
                <a:schemeClr val="accent1"/>
              </a:gs>
            </a:gsLst>
            <a:lin ang="10800000" scaled="1"/>
            <a:tileRect/>
          </a:gradFill>
        </p:spPr>
        <p:txBody>
          <a:bodyPr lIns="585216" tIns="91440" bIns="91440"/>
          <a:lstStyle>
            <a:lvl1pPr marL="0" indent="0">
              <a:buNone/>
              <a:defRPr sz="1999">
                <a:solidFill>
                  <a:srgbClr val="FFFFFF"/>
                </a:solidFill>
                <a:latin typeface="+mj-lt"/>
              </a:defRPr>
            </a:lvl1pPr>
          </a:lstStyle>
          <a:p>
            <a:pPr lvl="0"/>
            <a:r>
              <a:rPr lang="en-US" dirty="0"/>
              <a:t>Click to enter title</a:t>
            </a:r>
          </a:p>
        </p:txBody>
      </p:sp>
      <p:sp>
        <p:nvSpPr>
          <p:cNvPr id="13" name="Text Placeholder 4" descr="This layout should only be used for developer code. The font used is a monospace font which is ideal for showing code.">
            <a:extLst>
              <a:ext uri="{FF2B5EF4-FFF2-40B4-BE49-F238E27FC236}">
                <a16:creationId xmlns:a16="http://schemas.microsoft.com/office/drawing/2014/main" id="{47501FD0-A948-CC48-8B11-3BD4F2AE4E8F}"/>
              </a:ext>
            </a:extLst>
          </p:cNvPr>
          <p:cNvSpPr>
            <a:spLocks noGrp="1"/>
          </p:cNvSpPr>
          <p:nvPr>
            <p:ph type="body" sz="quarter" idx="11" hasCustomPrompt="1"/>
          </p:nvPr>
        </p:nvSpPr>
        <p:spPr>
          <a:xfrm>
            <a:off x="5800725" y="709187"/>
            <a:ext cx="5801961" cy="369332"/>
          </a:xfrm>
        </p:spPr>
        <p:txBody>
          <a:bodyPr/>
          <a:lstStyle>
            <a:lvl1pPr marL="0" indent="0">
              <a:buNone/>
              <a:tabLst/>
              <a:defRPr sz="2400">
                <a:solidFill>
                  <a:srgbClr val="2F2F2F"/>
                </a:solidFill>
                <a:latin typeface="Consolas" panose="020B0609020204030204" pitchFamily="49" charset="0"/>
                <a:cs typeface="Consolas" panose="020B0609020204030204" pitchFamily="49" charset="0"/>
              </a:defRPr>
            </a:lvl1pPr>
            <a:lvl2pPr marL="346449" indent="0">
              <a:buNone/>
              <a:defRPr sz="23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2pPr>
            <a:lvl3pPr marL="584432" indent="0">
              <a:buNone/>
              <a:defRPr sz="19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3pPr>
            <a:lvl4pPr marL="814319"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4pPr>
            <a:lvl5pPr marL="1050682"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5pPr>
          </a:lstStyle>
          <a:p>
            <a:pPr lvl="0"/>
            <a:r>
              <a:rPr lang="en-US" dirty="0"/>
              <a:t>Click to edit or paste code</a:t>
            </a:r>
          </a:p>
        </p:txBody>
      </p:sp>
    </p:spTree>
    <p:extLst>
      <p:ext uri="{BB962C8B-B14F-4D97-AF65-F5344CB8AC3E}">
        <p14:creationId xmlns:p14="http://schemas.microsoft.com/office/powerpoint/2010/main" val="1571039479"/>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 orient="horz" pos="288">
          <p15:clr>
            <a:srgbClr val="5ACBF0"/>
          </p15:clr>
        </p15:guide>
        <p15:guide id="2" orient="horz" pos="445">
          <p15:clr>
            <a:srgbClr val="5ACBF0"/>
          </p15:clr>
        </p15:guide>
        <p15:guide id="4" orient="horz" pos="843">
          <p15:clr>
            <a:srgbClr val="5ACBF0"/>
          </p15:clr>
        </p15:guide>
        <p15:guide id="7" pos="3283">
          <p15:clr>
            <a:srgbClr val="5ACBF0"/>
          </p15:clr>
        </p15:guide>
        <p15:guide id="8" pos="3654">
          <p15:clr>
            <a:srgbClr val="5ACBF0"/>
          </p15:clr>
        </p15:guide>
        <p15:guide id="9" pos="2916">
          <p15:clr>
            <a:srgbClr val="5ACBF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Code Left sde">
    <p:bg>
      <p:bgPr>
        <a:solidFill>
          <a:srgbClr val="D7D2CB"/>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316165A-5926-4F59-B348-996936FBB574}"/>
              </a:ext>
              <a:ext uri="{C183D7F6-B498-43B3-948B-1728B52AA6E4}">
                <adec:decorative xmlns:adec="http://schemas.microsoft.com/office/drawing/2017/decorative" val="1"/>
              </a:ext>
            </a:extLst>
          </p:cNvPr>
          <p:cNvSpPr/>
          <p:nvPr/>
        </p:nvSpPr>
        <p:spPr bwMode="auto">
          <a:xfrm>
            <a:off x="-2" y="0"/>
            <a:ext cx="6986016" cy="6858000"/>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a:solidFill>
                <a:srgbClr val="FFFFFF"/>
              </a:solidFill>
              <a:ea typeface="Segoe UI" pitchFamily="34" charset="0"/>
              <a:cs typeface="Segoe UI" pitchFamily="34" charset="0"/>
            </a:endParaRPr>
          </a:p>
        </p:txBody>
      </p:sp>
      <p:sp>
        <p:nvSpPr>
          <p:cNvPr id="2" name="Title 1">
            <a:extLst>
              <a:ext uri="{FF2B5EF4-FFF2-40B4-BE49-F238E27FC236}">
                <a16:creationId xmlns:a16="http://schemas.microsoft.com/office/drawing/2014/main" id="{6BB14A7D-C409-4A7C-9D82-A2E5DBB8AB72}"/>
              </a:ext>
            </a:extLst>
          </p:cNvPr>
          <p:cNvSpPr>
            <a:spLocks noGrp="1"/>
          </p:cNvSpPr>
          <p:nvPr>
            <p:ph type="title" hasCustomPrompt="1"/>
          </p:nvPr>
        </p:nvSpPr>
        <p:spPr>
          <a:xfrm>
            <a:off x="7575549" y="457200"/>
            <a:ext cx="4031233" cy="492443"/>
          </a:xfrm>
        </p:spPr>
        <p:txBody>
          <a:bodyPr/>
          <a:lstStyle>
            <a:lvl1pPr>
              <a:defRPr sz="3200">
                <a:solidFill>
                  <a:schemeClr val="tx1"/>
                </a:solidFill>
              </a:defRPr>
            </a:lvl1pPr>
          </a:lstStyle>
          <a:p>
            <a:r>
              <a:rPr lang="en-US" dirty="0"/>
              <a:t>Click to edit title</a:t>
            </a:r>
          </a:p>
        </p:txBody>
      </p:sp>
      <p:sp>
        <p:nvSpPr>
          <p:cNvPr id="19" name="Text Placeholder 14">
            <a:extLst>
              <a:ext uri="{FF2B5EF4-FFF2-40B4-BE49-F238E27FC236}">
                <a16:creationId xmlns:a16="http://schemas.microsoft.com/office/drawing/2014/main" id="{0D599919-A8E3-4D2B-86CF-50C6704F17D5}"/>
              </a:ext>
            </a:extLst>
          </p:cNvPr>
          <p:cNvSpPr>
            <a:spLocks noGrp="1"/>
          </p:cNvSpPr>
          <p:nvPr>
            <p:ph type="body" sz="quarter" idx="13" hasCustomPrompt="1"/>
          </p:nvPr>
        </p:nvSpPr>
        <p:spPr>
          <a:xfrm>
            <a:off x="-1" y="0"/>
            <a:ext cx="3788358" cy="492314"/>
          </a:xfrm>
          <a:gradFill flip="none" rotWithShape="1">
            <a:gsLst>
              <a:gs pos="0">
                <a:srgbClr val="000000"/>
              </a:gs>
              <a:gs pos="99000">
                <a:srgbClr val="000000"/>
              </a:gs>
              <a:gs pos="99000">
                <a:schemeClr val="accent1"/>
              </a:gs>
            </a:gsLst>
            <a:lin ang="10800000" scaled="1"/>
            <a:tileRect/>
          </a:gradFill>
        </p:spPr>
        <p:txBody>
          <a:bodyPr lIns="585216" tIns="91440" bIns="91440"/>
          <a:lstStyle>
            <a:lvl1pPr marL="0" indent="0">
              <a:buNone/>
              <a:defRPr sz="1999">
                <a:solidFill>
                  <a:srgbClr val="FFFFFF"/>
                </a:solidFill>
                <a:latin typeface="+mj-lt"/>
              </a:defRPr>
            </a:lvl1pPr>
          </a:lstStyle>
          <a:p>
            <a:pPr lvl="0"/>
            <a:r>
              <a:rPr lang="en-US" dirty="0"/>
              <a:t>Click to enter title</a:t>
            </a:r>
          </a:p>
        </p:txBody>
      </p:sp>
      <p:sp>
        <p:nvSpPr>
          <p:cNvPr id="13" name="Text Placeholder 4" descr="This layout should only be used for developer code. The font used is a monospace font which is ideal for showing code.">
            <a:extLst>
              <a:ext uri="{FF2B5EF4-FFF2-40B4-BE49-F238E27FC236}">
                <a16:creationId xmlns:a16="http://schemas.microsoft.com/office/drawing/2014/main" id="{47501FD0-A948-CC48-8B11-3BD4F2AE4E8F}"/>
              </a:ext>
            </a:extLst>
          </p:cNvPr>
          <p:cNvSpPr>
            <a:spLocks noGrp="1"/>
          </p:cNvSpPr>
          <p:nvPr>
            <p:ph type="body" sz="quarter" idx="11" hasCustomPrompt="1"/>
          </p:nvPr>
        </p:nvSpPr>
        <p:spPr>
          <a:xfrm>
            <a:off x="584199" y="706011"/>
            <a:ext cx="5819775" cy="369332"/>
          </a:xfrm>
        </p:spPr>
        <p:txBody>
          <a:bodyPr/>
          <a:lstStyle>
            <a:lvl1pPr marL="0" indent="0">
              <a:buNone/>
              <a:defRPr sz="2400">
                <a:solidFill>
                  <a:srgbClr val="2F2F2F"/>
                </a:solidFill>
                <a:latin typeface="Consolas" panose="020B0609020204030204" pitchFamily="49" charset="0"/>
                <a:cs typeface="Consolas" panose="020B0609020204030204" pitchFamily="49" charset="0"/>
              </a:defRPr>
            </a:lvl1pPr>
            <a:lvl2pPr marL="346449" indent="0">
              <a:buNone/>
              <a:defRPr sz="23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2pPr>
            <a:lvl3pPr marL="584432" indent="0">
              <a:buNone/>
              <a:defRPr sz="19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3pPr>
            <a:lvl4pPr marL="814319"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4pPr>
            <a:lvl5pPr marL="1050682"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5pPr>
          </a:lstStyle>
          <a:p>
            <a:pPr lvl="0"/>
            <a:r>
              <a:rPr lang="en-US" dirty="0"/>
              <a:t>Click to edit or paste code</a:t>
            </a:r>
          </a:p>
        </p:txBody>
      </p:sp>
      <p:sp>
        <p:nvSpPr>
          <p:cNvPr id="12" name="Text Placeholder 3">
            <a:extLst>
              <a:ext uri="{FF2B5EF4-FFF2-40B4-BE49-F238E27FC236}">
                <a16:creationId xmlns:a16="http://schemas.microsoft.com/office/drawing/2014/main" id="{2BB818A5-4223-0847-B6E2-655C7DC7B6B4}"/>
              </a:ext>
            </a:extLst>
          </p:cNvPr>
          <p:cNvSpPr>
            <a:spLocks noGrp="1"/>
          </p:cNvSpPr>
          <p:nvPr>
            <p:ph type="body" sz="quarter" idx="10" hasCustomPrompt="1"/>
          </p:nvPr>
        </p:nvSpPr>
        <p:spPr>
          <a:xfrm>
            <a:off x="7575550" y="1336675"/>
            <a:ext cx="4033838" cy="369332"/>
          </a:xfrm>
        </p:spPr>
        <p:txBody>
          <a:bodyPr wrap="square">
            <a:spAutoFit/>
          </a:bodyPr>
          <a:lstStyle>
            <a:lvl1pPr marL="0" indent="0">
              <a:lnSpc>
                <a:spcPct val="100000"/>
              </a:lnSpc>
              <a:spcBef>
                <a:spcPts val="600"/>
              </a:spcBef>
              <a:spcAft>
                <a:spcPts val="0"/>
              </a:spcAft>
              <a:buNone/>
              <a:defRPr sz="2400" b="0" i="0" baseline="0">
                <a:solidFill>
                  <a:schemeClr val="tx1"/>
                </a:solidFill>
                <a:latin typeface="Segoe UI" panose="020B0502040204020203" pitchFamily="34" charset="0"/>
                <a:cs typeface="Segoe UI" panose="020B0502040204020203" pitchFamily="34" charset="0"/>
              </a:defRPr>
            </a:lvl1pPr>
            <a:lvl2pPr marL="0" indent="0">
              <a:lnSpc>
                <a:spcPct val="100000"/>
              </a:lnSpc>
              <a:spcBef>
                <a:spcPts val="60"/>
              </a:spcBef>
              <a:spcAft>
                <a:spcPts val="60"/>
              </a:spcAft>
              <a:buNone/>
              <a:defRPr sz="2400" b="0" i="0">
                <a:solidFill>
                  <a:srgbClr val="2F2F2F"/>
                </a:solidFill>
                <a:latin typeface="Segoe UI" panose="020B0502040204020203" pitchFamily="34" charset="0"/>
                <a:cs typeface="Segoe UI" panose="020B0502040204020203" pitchFamily="34" charset="0"/>
              </a:defRPr>
            </a:lvl2pPr>
            <a:lvl3pPr marL="457063" indent="0">
              <a:buNone/>
              <a:defRPr/>
            </a:lvl3pPr>
            <a:lvl4pPr marL="685594" indent="0">
              <a:buNone/>
              <a:defRPr/>
            </a:lvl4pPr>
            <a:lvl5pPr marL="914126" indent="0">
              <a:buNone/>
              <a:defRPr/>
            </a:lvl5pPr>
          </a:lstStyle>
          <a:p>
            <a:pPr lvl="0"/>
            <a:r>
              <a:rPr lang="en-US" dirty="0"/>
              <a:t>Click to edit text</a:t>
            </a:r>
          </a:p>
        </p:txBody>
      </p:sp>
    </p:spTree>
    <p:extLst>
      <p:ext uri="{BB962C8B-B14F-4D97-AF65-F5344CB8AC3E}">
        <p14:creationId xmlns:p14="http://schemas.microsoft.com/office/powerpoint/2010/main" val="4137404682"/>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 orient="horz" pos="288">
          <p15:clr>
            <a:srgbClr val="5ACBF0"/>
          </p15:clr>
        </p15:guide>
        <p15:guide id="2" orient="horz" pos="436">
          <p15:clr>
            <a:srgbClr val="5ACBF0"/>
          </p15:clr>
        </p15:guide>
        <p15:guide id="4" orient="horz" pos="839">
          <p15:clr>
            <a:srgbClr val="5ACBF0"/>
          </p15:clr>
        </p15:guide>
        <p15:guide id="6" pos="4402">
          <p15:clr>
            <a:srgbClr val="5ACBF0"/>
          </p15:clr>
        </p15:guide>
        <p15:guide id="7" pos="4034">
          <p15:clr>
            <a:srgbClr val="5ACBF0"/>
          </p15:clr>
        </p15:guide>
        <p15:guide id="8" pos="4772">
          <p15:clr>
            <a:srgbClr val="5ACBF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Demo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2977823"/>
            <a:ext cx="5212080" cy="553998"/>
          </a:xfrm>
          <a:noFill/>
        </p:spPr>
        <p:txBody>
          <a:bodyPr lIns="0" tIns="0" rIns="0" bIns="0" anchor="b" anchorCtr="0">
            <a:spAutoFit/>
          </a:bodyPr>
          <a:lstStyle>
            <a:lvl1pPr algn="l" defTabSz="932742" rtl="0" eaLnBrk="1" latinLnBrk="0" hangingPunct="1">
              <a:lnSpc>
                <a:spcPct val="90000"/>
              </a:lnSpc>
              <a:spcBef>
                <a:spcPct val="0"/>
              </a:spcBef>
              <a:buNone/>
              <a:defRPr lang="en-US" sz="4000" b="0" kern="1200" cap="none" spc="-50" baseline="0" dirty="0">
                <a:ln w="3175">
                  <a:noFill/>
                </a:ln>
                <a:solidFill>
                  <a:schemeClr val="accent1"/>
                </a:solidFill>
                <a:effectLst/>
                <a:latin typeface="+mj-lt"/>
                <a:ea typeface="+mn-ea"/>
                <a:cs typeface="Segoe UI" pitchFamily="34" charset="0"/>
              </a:defRPr>
            </a:lvl1pPr>
          </a:lstStyle>
          <a:p>
            <a:r>
              <a:rPr lang="en-US" dirty="0"/>
              <a:t>Demo title</a:t>
            </a:r>
          </a:p>
        </p:txBody>
      </p:sp>
      <p:sp>
        <p:nvSpPr>
          <p:cNvPr id="5" name="Text Placeholder 4"/>
          <p:cNvSpPr>
            <a:spLocks noGrp="1"/>
          </p:cNvSpPr>
          <p:nvPr>
            <p:ph type="body" sz="quarter" idx="12" hasCustomPrompt="1"/>
          </p:nvPr>
        </p:nvSpPr>
        <p:spPr>
          <a:xfrm>
            <a:off x="585216" y="3977319"/>
            <a:ext cx="5212080" cy="246221"/>
          </a:xfrm>
          <a:noFill/>
        </p:spPr>
        <p:txBody>
          <a:bodyPr lIns="0" tIns="0" rIns="0" bIns="0">
            <a:spAutoFit/>
          </a:bodyPr>
          <a:lstStyle>
            <a:lvl1pPr marL="0" indent="0">
              <a:spcBef>
                <a:spcPts val="0"/>
              </a:spcBef>
              <a:spcAft>
                <a:spcPts val="0"/>
              </a:spcAft>
              <a:buFont typeface="Arial" panose="020B0604020202020204" pitchFamily="34" charset="0"/>
              <a:buNone/>
              <a:defRPr sz="1600" spc="0" baseline="0">
                <a:solidFill>
                  <a:schemeClr val="bg1"/>
                </a:solidFill>
                <a:latin typeface="+mn-lt"/>
              </a:defRPr>
            </a:lvl1pPr>
          </a:lstStyle>
          <a:p>
            <a:pPr lvl="0"/>
            <a:r>
              <a:rPr lang="en-US" dirty="0"/>
              <a:t>Speaker name</a:t>
            </a:r>
          </a:p>
        </p:txBody>
      </p:sp>
    </p:spTree>
    <p:extLst>
      <p:ext uri="{BB962C8B-B14F-4D97-AF65-F5344CB8AC3E}">
        <p14:creationId xmlns:p14="http://schemas.microsoft.com/office/powerpoint/2010/main" val="386874907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35">
          <p15:clr>
            <a:srgbClr val="5ACBF0"/>
          </p15:clr>
        </p15:guide>
        <p15:guide id="3" orient="horz" pos="1910">
          <p15:clr>
            <a:srgbClr val="5ACBF0"/>
          </p15:clr>
        </p15:guide>
        <p15:guide id="4" orient="horz" pos="2505">
          <p15:clr>
            <a:srgbClr val="5ACBF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Demo slide 2">
    <p:bg>
      <p:bgPr>
        <a:solidFill>
          <a:srgbClr val="8DC8E8"/>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2977823"/>
            <a:ext cx="9144000" cy="553998"/>
          </a:xfrm>
          <a:noFill/>
        </p:spPr>
        <p:txBody>
          <a:bodyPr lIns="0" tIns="0" rIns="0" bIns="0" anchor="b" anchorCtr="0">
            <a:spAutoFit/>
          </a:bodyPr>
          <a:lstStyle>
            <a:lvl1pPr algn="l" defTabSz="932742" rtl="0" eaLnBrk="1" latinLnBrk="0" hangingPunct="1">
              <a:lnSpc>
                <a:spcPct val="90000"/>
              </a:lnSpc>
              <a:spcBef>
                <a:spcPct val="0"/>
              </a:spcBef>
              <a:buNone/>
              <a:defRPr lang="en-US" sz="4000" b="0" kern="1200" cap="none" spc="-50" baseline="0" dirty="0">
                <a:ln w="3175">
                  <a:noFill/>
                </a:ln>
                <a:solidFill>
                  <a:schemeClr val="tx1"/>
                </a:solidFill>
                <a:effectLst/>
                <a:latin typeface="+mj-lt"/>
                <a:ea typeface="+mn-ea"/>
                <a:cs typeface="Segoe UI" pitchFamily="34" charset="0"/>
              </a:defRPr>
            </a:lvl1pPr>
          </a:lstStyle>
          <a:p>
            <a:r>
              <a:rPr lang="en-US" dirty="0"/>
              <a:t>Demo title</a:t>
            </a:r>
          </a:p>
        </p:txBody>
      </p:sp>
      <p:sp>
        <p:nvSpPr>
          <p:cNvPr id="5" name="Text Placeholder 4"/>
          <p:cNvSpPr>
            <a:spLocks noGrp="1"/>
          </p:cNvSpPr>
          <p:nvPr>
            <p:ph type="body" sz="quarter" idx="12" hasCustomPrompt="1"/>
          </p:nvPr>
        </p:nvSpPr>
        <p:spPr>
          <a:xfrm>
            <a:off x="585216" y="3977319"/>
            <a:ext cx="9144000" cy="246221"/>
          </a:xfrm>
          <a:noFill/>
        </p:spPr>
        <p:txBody>
          <a:bodyPr lIns="0" tIns="0" rIns="0" bIns="0">
            <a:spAutoFit/>
          </a:bodyPr>
          <a:lstStyle>
            <a:lvl1pPr marL="0" indent="0">
              <a:spcBef>
                <a:spcPts val="0"/>
              </a:spcBef>
              <a:spcAft>
                <a:spcPts val="0"/>
              </a:spcAft>
              <a:buFont typeface="Arial" panose="020B0604020202020204" pitchFamily="34" charset="0"/>
              <a:buNone/>
              <a:defRPr sz="1600" spc="0" baseline="0">
                <a:solidFill>
                  <a:schemeClr val="tx1"/>
                </a:solidFill>
                <a:latin typeface="+mn-lt"/>
              </a:defRPr>
            </a:lvl1pPr>
          </a:lstStyle>
          <a:p>
            <a:pPr lvl="0"/>
            <a:r>
              <a:rPr lang="en-US" dirty="0"/>
              <a:t>Speaker name</a:t>
            </a:r>
          </a:p>
        </p:txBody>
      </p:sp>
    </p:spTree>
    <p:extLst>
      <p:ext uri="{BB962C8B-B14F-4D97-AF65-F5344CB8AC3E}">
        <p14:creationId xmlns:p14="http://schemas.microsoft.com/office/powerpoint/2010/main" val="3453283999"/>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35">
          <p15:clr>
            <a:srgbClr val="5ACBF0"/>
          </p15:clr>
        </p15:guide>
        <p15:guide id="3" orient="horz" pos="1910">
          <p15:clr>
            <a:srgbClr val="5ACBF0"/>
          </p15:clr>
        </p15:guide>
        <p15:guide id="4" orient="horz" pos="2505">
          <p15:clr>
            <a:srgbClr val="5ACBF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Section 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2980408"/>
            <a:ext cx="6675120" cy="553998"/>
          </a:xfrm>
          <a:noFill/>
        </p:spPr>
        <p:txBody>
          <a:bodyPr lIns="0" tIns="0" rIns="0" bIns="0" anchor="b" anchorCtr="0">
            <a:spAutoFit/>
          </a:bodyPr>
          <a:lstStyle>
            <a:lvl1pPr algn="l" defTabSz="932742" rtl="0" eaLnBrk="1" latinLnBrk="0" hangingPunct="1">
              <a:lnSpc>
                <a:spcPct val="90000"/>
              </a:lnSpc>
              <a:spcBef>
                <a:spcPct val="0"/>
              </a:spcBef>
              <a:buNone/>
              <a:defRPr lang="en-US" sz="4000" b="0" kern="1200" cap="none" spc="-50" baseline="0" dirty="0">
                <a:ln w="3175">
                  <a:noFill/>
                </a:ln>
                <a:solidFill>
                  <a:schemeClr val="accent1"/>
                </a:solidFill>
                <a:effectLst/>
                <a:latin typeface="+mj-lt"/>
                <a:ea typeface="+mn-ea"/>
                <a:cs typeface="Segoe UI" pitchFamily="34" charset="0"/>
              </a:defRPr>
            </a:lvl1pPr>
          </a:lstStyle>
          <a:p>
            <a:r>
              <a:rPr lang="en-US" dirty="0"/>
              <a:t>Section title</a:t>
            </a:r>
          </a:p>
        </p:txBody>
      </p:sp>
    </p:spTree>
    <p:extLst>
      <p:ext uri="{BB962C8B-B14F-4D97-AF65-F5344CB8AC3E}">
        <p14:creationId xmlns:p14="http://schemas.microsoft.com/office/powerpoint/2010/main" val="275250511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27">
          <p15:clr>
            <a:srgbClr val="5ACBF0"/>
          </p15:clr>
        </p15:guide>
        <p15:guide id="3" orient="horz" pos="1911">
          <p15:clr>
            <a:srgbClr val="5ACBF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Section Title 2">
    <p:bg>
      <p:bgPr>
        <a:solidFill>
          <a:srgbClr val="8DC8E8"/>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2980408"/>
            <a:ext cx="9144000" cy="553998"/>
          </a:xfrm>
          <a:noFill/>
        </p:spPr>
        <p:txBody>
          <a:bodyPr lIns="0" tIns="0" rIns="0" bIns="0" anchor="b" anchorCtr="0">
            <a:spAutoFit/>
          </a:bodyPr>
          <a:lstStyle>
            <a:lvl1pPr algn="l" defTabSz="932742" rtl="0" eaLnBrk="1" latinLnBrk="0" hangingPunct="1">
              <a:lnSpc>
                <a:spcPct val="90000"/>
              </a:lnSpc>
              <a:spcBef>
                <a:spcPct val="0"/>
              </a:spcBef>
              <a:buNone/>
              <a:defRPr lang="en-US" sz="4000" b="0" kern="1200" cap="none" spc="-50" baseline="0" dirty="0">
                <a:ln w="3175">
                  <a:noFill/>
                </a:ln>
                <a:solidFill>
                  <a:schemeClr val="tx1"/>
                </a:solidFill>
                <a:effectLst/>
                <a:latin typeface="+mj-lt"/>
                <a:ea typeface="+mn-ea"/>
                <a:cs typeface="Segoe UI" pitchFamily="34" charset="0"/>
              </a:defRPr>
            </a:lvl1pPr>
          </a:lstStyle>
          <a:p>
            <a:r>
              <a:rPr lang="en-US" dirty="0"/>
              <a:t>Section title</a:t>
            </a:r>
          </a:p>
        </p:txBody>
      </p:sp>
    </p:spTree>
    <p:extLst>
      <p:ext uri="{BB962C8B-B14F-4D97-AF65-F5344CB8AC3E}">
        <p14:creationId xmlns:p14="http://schemas.microsoft.com/office/powerpoint/2010/main" val="2756839631"/>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35">
          <p15:clr>
            <a:srgbClr val="5ACBF0"/>
          </p15:clr>
        </p15:guide>
        <p15:guide id="3" orient="horz" pos="1910">
          <p15:clr>
            <a:srgbClr val="5ACBF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744330764"/>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61">
          <p15:clr>
            <a:srgbClr val="A4A3A4"/>
          </p15:clr>
        </p15:guide>
        <p15:guide id="15" pos="3348">
          <p15:clr>
            <a:srgbClr val="A4A3A4"/>
          </p15:clr>
        </p15:guide>
        <p15:guide id="16" pos="3754">
          <p15:clr>
            <a:srgbClr val="A4A3A4"/>
          </p15:clr>
        </p15:guide>
        <p15:guide id="17" pos="3931">
          <p15:clr>
            <a:srgbClr val="A4A3A4"/>
          </p15:clr>
        </p15:guide>
        <p15:guide id="18" pos="4342">
          <p15:clr>
            <a:srgbClr val="A4A3A4"/>
          </p15:clr>
        </p15:guide>
        <p15:guide id="19" pos="4531">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Closing logo slide">
    <p:bg>
      <p:bgRef idx="1001">
        <a:schemeClr val="bg2"/>
      </p:bgRef>
    </p:bg>
    <p:spTree>
      <p:nvGrpSpPr>
        <p:cNvPr id="1" name=""/>
        <p:cNvGrpSpPr/>
        <p:nvPr/>
      </p:nvGrpSpPr>
      <p:grpSpPr>
        <a:xfrm>
          <a:off x="0" y="0"/>
          <a:ext cx="0" cy="0"/>
          <a:chOff x="0" y="0"/>
          <a:chExt cx="0" cy="0"/>
        </a:xfrm>
      </p:grpSpPr>
      <p:sp>
        <p:nvSpPr>
          <p:cNvPr id="2" name="Text Box 3" descr="This is a copyright notice that should be included on the final slide."/>
          <p:cNvSpPr txBox="1">
            <a:spLocks noChangeArrowheads="1"/>
          </p:cNvSpPr>
          <p:nvPr/>
        </p:nvSpPr>
        <p:spPr bwMode="blackWhite">
          <a:xfrm>
            <a:off x="584200" y="6161316"/>
            <a:ext cx="4482124" cy="107722"/>
          </a:xfrm>
          <a:prstGeom prst="rect">
            <a:avLst/>
          </a:prstGeom>
          <a:noFill/>
          <a:ln w="12700">
            <a:noFill/>
            <a:miter lim="800000"/>
            <a:headEnd type="none" w="sm" len="sm"/>
            <a:tailEnd type="none" w="sm" len="sm"/>
          </a:ln>
          <a:effectLst/>
        </p:spPr>
        <p:txBody>
          <a:bodyPr vert="horz" wrap="square" lIns="0" tIns="0" rIns="0" bIns="0" numCol="1" anchor="b" anchorCtr="0" compatLnSpc="1">
            <a:prstTxWarp prst="textNoShape">
              <a:avLst/>
            </a:prstTxWarp>
            <a:spAutoFit/>
          </a:bodyPr>
          <a:lstStyle/>
          <a:p>
            <a:pPr defTabSz="932290" eaLnBrk="0" hangingPunct="0"/>
            <a:r>
              <a:rPr lang="en-US" sz="700" dirty="0">
                <a:solidFill>
                  <a:schemeClr val="tx1"/>
                </a:solidFill>
                <a:cs typeface="Segoe UI" pitchFamily="34" charset="0"/>
              </a:rPr>
              <a:t>© Copyright Microsoft Corporation. All rights reserved. </a:t>
            </a:r>
          </a:p>
        </p:txBody>
      </p:sp>
      <p:pic>
        <p:nvPicPr>
          <p:cNvPr id="5" name="MS logo white - EMF" descr="Microsoft logo white text version">
            <a:extLst>
              <a:ext uri="{FF2B5EF4-FFF2-40B4-BE49-F238E27FC236}">
                <a16:creationId xmlns:a16="http://schemas.microsoft.com/office/drawing/2014/main" id="{70D3778F-A717-44C8-9013-FF206B15DD6D}"/>
              </a:ext>
            </a:extLst>
          </p:cNvPr>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bwMode="black">
          <a:xfrm>
            <a:off x="584200" y="585788"/>
            <a:ext cx="1366245" cy="292608"/>
          </a:xfrm>
          <a:prstGeom prst="rect">
            <a:avLst/>
          </a:prstGeom>
        </p:spPr>
      </p:pic>
    </p:spTree>
    <p:extLst>
      <p:ext uri="{BB962C8B-B14F-4D97-AF65-F5344CB8AC3E}">
        <p14:creationId xmlns:p14="http://schemas.microsoft.com/office/powerpoint/2010/main" val="3659665409"/>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Black Notes slide Layout">
    <p:bg bwMode="gray">
      <p:bgPr>
        <a:solidFill>
          <a:schemeClr val="bg1"/>
        </a:solidFill>
        <a:effectLst/>
      </p:bgPr>
    </p:bg>
    <p:spTree>
      <p:nvGrpSpPr>
        <p:cNvPr id="1" name=""/>
        <p:cNvGrpSpPr/>
        <p:nvPr/>
      </p:nvGrpSpPr>
      <p:grpSpPr>
        <a:xfrm>
          <a:off x="0" y="0"/>
          <a:ext cx="0" cy="0"/>
          <a:chOff x="0" y="0"/>
          <a:chExt cx="0" cy="0"/>
        </a:xfrm>
      </p:grpSpPr>
      <p:sp>
        <p:nvSpPr>
          <p:cNvPr id="3" name="Title 2"/>
          <p:cNvSpPr>
            <a:spLocks noGrp="1"/>
          </p:cNvSpPr>
          <p:nvPr>
            <p:ph type="title"/>
          </p:nvPr>
        </p:nvSpPr>
        <p:spPr bwMode="white"/>
        <p:txBody>
          <a:bodyPr/>
          <a:lstStyle>
            <a:lvl1pPr>
              <a:defRPr b="0">
                <a:solidFill>
                  <a:schemeClr val="tx1"/>
                </a:solidFill>
                <a:latin typeface="Segoe UI" pitchFamily="34" charset="0"/>
                <a:ea typeface="Segoe UI" pitchFamily="34" charset="0"/>
                <a:cs typeface="Segoe UI" pitchFamily="34" charset="0"/>
              </a:defRPr>
            </a:lvl1pPr>
          </a:lstStyle>
          <a:p>
            <a:r>
              <a:rPr lang="en-US"/>
              <a:t>Click to edit Master title style</a:t>
            </a:r>
            <a:endParaRPr lang="en-US" dirty="0"/>
          </a:p>
        </p:txBody>
      </p:sp>
      <p:sp>
        <p:nvSpPr>
          <p:cNvPr id="5" name="Text Placeholder 4">
            <a:extLst>
              <a:ext uri="{FF2B5EF4-FFF2-40B4-BE49-F238E27FC236}">
                <a16:creationId xmlns:a16="http://schemas.microsoft.com/office/drawing/2014/main" id="{F4B6606D-2DF9-48CD-BBE9-B751BF55CD2B}"/>
              </a:ext>
            </a:extLst>
          </p:cNvPr>
          <p:cNvSpPr>
            <a:spLocks noGrp="1"/>
          </p:cNvSpPr>
          <p:nvPr>
            <p:ph type="body" sz="quarter" idx="12"/>
          </p:nvPr>
        </p:nvSpPr>
        <p:spPr bwMode="white">
          <a:xfrm>
            <a:off x="584200" y="1436688"/>
            <a:ext cx="11018838" cy="2215991"/>
          </a:xfrm>
        </p:spPr>
        <p:txBody>
          <a:bodyPr>
            <a:spAutoFit/>
          </a:bodyPr>
          <a:lstStyle>
            <a:lvl1pPr>
              <a:defRPr sz="3600">
                <a:latin typeface="+mn-lt"/>
              </a:defRPr>
            </a:lvl1pPr>
            <a:lvl2pPr>
              <a:defRPr sz="2800">
                <a:latin typeface="+mn-lt"/>
              </a:defRPr>
            </a:lvl2pPr>
            <a:lvl3pPr>
              <a:defRPr sz="2400">
                <a:latin typeface="+mn-lt"/>
              </a:defRPr>
            </a:lvl3pPr>
            <a:lvl4pPr>
              <a:defRPr sz="2000">
                <a:latin typeface="+mn-lt"/>
              </a:defRPr>
            </a:lvl4pPr>
            <a:lvl5pPr>
              <a:defRPr sz="1800">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Next slide"/>
          <p:cNvSpPr>
            <a:spLocks noGrp="1"/>
          </p:cNvSpPr>
          <p:nvPr>
            <p:ph type="body" sz="quarter" idx="11" hasCustomPrompt="1"/>
          </p:nvPr>
        </p:nvSpPr>
        <p:spPr>
          <a:xfrm>
            <a:off x="1" y="6269038"/>
            <a:ext cx="12192001" cy="588963"/>
          </a:xfrm>
          <a:prstGeom prst="rect">
            <a:avLst/>
          </a:prstGeom>
          <a:solidFill>
            <a:srgbClr val="FFFF99"/>
          </a:solidFill>
        </p:spPr>
        <p:txBody>
          <a:bodyPr wrap="square" lIns="155457" tIns="77729" rIns="155457" bIns="45720" anchor="b" anchorCtr="0">
            <a:noAutofit/>
          </a:bodyPr>
          <a:lstStyle>
            <a:lvl1pPr algn="r">
              <a:buFont typeface="Arial" pitchFamily="34" charset="0"/>
              <a:buNone/>
              <a:defRPr sz="3700" spc="-51" baseline="0">
                <a:solidFill>
                  <a:srgbClr val="000000"/>
                </a:solidFill>
                <a:effectLst/>
                <a:latin typeface="Segoe UI" pitchFamily="34" charset="0"/>
                <a:ea typeface="Segoe UI" pitchFamily="34" charset="0"/>
                <a:cs typeface="Segoe UI" pitchFamily="34" charset="0"/>
              </a:defRPr>
            </a:lvl1pPr>
          </a:lstStyle>
          <a:p>
            <a:pPr lvl="0"/>
            <a:r>
              <a:rPr lang="en-US" dirty="0"/>
              <a:t>Next:</a:t>
            </a:r>
          </a:p>
        </p:txBody>
      </p:sp>
    </p:spTree>
    <p:extLst>
      <p:ext uri="{BB962C8B-B14F-4D97-AF65-F5344CB8AC3E}">
        <p14:creationId xmlns:p14="http://schemas.microsoft.com/office/powerpoint/2010/main" val="4162311361"/>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 orient="horz" pos="904">
          <p15:clr>
            <a:srgbClr val="5ACBF0"/>
          </p15:clr>
        </p15:guide>
        <p15:guide id="2" orient="horz" pos="288">
          <p15:clr>
            <a:srgbClr val="5ACBF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est pattern">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E530C24-163F-15BF-3D01-A8CA8BF26885}"/>
              </a:ext>
              <a:ext uri="{C183D7F6-B498-43B3-948B-1728B52AA6E4}">
                <adec:decorative xmlns:adec="http://schemas.microsoft.com/office/drawing/2017/decorative" val="1"/>
              </a:ext>
            </a:extLst>
          </p:cNvPr>
          <p:cNvPicPr>
            <a:picLocks noChangeAspect="1"/>
          </p:cNvPicPr>
          <p:nvPr userDrawn="1"/>
        </p:nvPicPr>
        <p:blipFill>
          <a:blip r:embed="rId2"/>
          <a:stretch>
            <a:fillRect/>
          </a:stretch>
        </p:blipFill>
        <p:spPr>
          <a:xfrm>
            <a:off x="0" y="0"/>
            <a:ext cx="12192000" cy="6858000"/>
          </a:xfrm>
          <a:prstGeom prst="rect">
            <a:avLst/>
          </a:prstGeom>
        </p:spPr>
      </p:pic>
    </p:spTree>
    <p:extLst>
      <p:ext uri="{BB962C8B-B14F-4D97-AF65-F5344CB8AC3E}">
        <p14:creationId xmlns:p14="http://schemas.microsoft.com/office/powerpoint/2010/main" val="3621465687"/>
      </p:ext>
    </p:extLst>
  </p:cSld>
  <p:clrMapOvr>
    <a:masterClrMapping/>
  </p:clrMapOvr>
  <p:transition>
    <p:fade/>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image" Target="../media/image1.sv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blackWhite">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8263" y="457200"/>
            <a:ext cx="11018520" cy="553998"/>
          </a:xfrm>
          <a:prstGeom prst="rect">
            <a:avLst/>
          </a:prstGeom>
        </p:spPr>
        <p:txBody>
          <a:bodyPr vert="horz" wrap="square" lIns="0" tIns="0" rIns="0" bIns="0" rtlCol="0" anchor="t">
            <a:spAutoFit/>
          </a:bodyPr>
          <a:lstStyle/>
          <a:p>
            <a:r>
              <a:rPr lang="en-US"/>
              <a:t>Click to edit Master title style</a:t>
            </a:r>
            <a:endParaRPr lang="en-US" dirty="0"/>
          </a:p>
        </p:txBody>
      </p:sp>
      <p:sp>
        <p:nvSpPr>
          <p:cNvPr id="4" name="Text Placeholder 3"/>
          <p:cNvSpPr>
            <a:spLocks noGrp="1"/>
          </p:cNvSpPr>
          <p:nvPr>
            <p:ph type="body" idx="1"/>
          </p:nvPr>
        </p:nvSpPr>
        <p:spPr>
          <a:xfrm>
            <a:off x="584200" y="1435503"/>
            <a:ext cx="11018520" cy="1612749"/>
          </a:xfrm>
          <a:prstGeom prst="rect">
            <a:avLst/>
          </a:prstGeom>
        </p:spPr>
        <p:txBody>
          <a:bodyPr vert="horz" wrap="square"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grpSp>
        <p:nvGrpSpPr>
          <p:cNvPr id="47" name="GRID" hidden="1">
            <a:extLst>
              <a:ext uri="{FF2B5EF4-FFF2-40B4-BE49-F238E27FC236}">
                <a16:creationId xmlns:a16="http://schemas.microsoft.com/office/drawing/2014/main" id="{32B5FFBF-552A-4973-B5B3-9EE3A765185F}"/>
              </a:ext>
            </a:extLst>
          </p:cNvPr>
          <p:cNvGrpSpPr/>
          <p:nvPr/>
        </p:nvGrpSpPr>
        <p:grpSpPr>
          <a:xfrm>
            <a:off x="0" y="0"/>
            <a:ext cx="12192000" cy="6858000"/>
            <a:chOff x="0" y="0"/>
            <a:chExt cx="12192000" cy="6858000"/>
          </a:xfrm>
        </p:grpSpPr>
        <p:cxnSp>
          <p:nvCxnSpPr>
            <p:cNvPr id="7" name="Straight Connector 6">
              <a:extLst>
                <a:ext uri="{FF2B5EF4-FFF2-40B4-BE49-F238E27FC236}">
                  <a16:creationId xmlns:a16="http://schemas.microsoft.com/office/drawing/2014/main" id="{5CD412E5-2492-4063-96AB-C451FC39F2B6}"/>
                </a:ext>
              </a:extLst>
            </p:cNvPr>
            <p:cNvCxnSpPr/>
            <p:nvPr/>
          </p:nvCxnSpPr>
          <p:spPr>
            <a:xfrm>
              <a:off x="0" y="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25E7FAE-6A98-413B-871E-10F8DF6FF1E3}"/>
                </a:ext>
              </a:extLst>
            </p:cNvPr>
            <p:cNvCxnSpPr/>
            <p:nvPr/>
          </p:nvCxnSpPr>
          <p:spPr>
            <a:xfrm>
              <a:off x="0" y="29260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EF42BDE7-00A0-446E-9CEE-23DDF6A13E6E}"/>
                </a:ext>
              </a:extLst>
            </p:cNvPr>
            <p:cNvCxnSpPr/>
            <p:nvPr/>
          </p:nvCxnSpPr>
          <p:spPr>
            <a:xfrm>
              <a:off x="0" y="585216"/>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D48FF31-9C6A-4C0C-AB96-ED556488A1BA}"/>
                </a:ext>
              </a:extLst>
            </p:cNvPr>
            <p:cNvCxnSpPr/>
            <p:nvPr/>
          </p:nvCxnSpPr>
          <p:spPr>
            <a:xfrm>
              <a:off x="0" y="6272784"/>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8D811B2-F122-4FF3-A4F6-E7291A5152BB}"/>
                </a:ext>
              </a:extLst>
            </p:cNvPr>
            <p:cNvCxnSpPr/>
            <p:nvPr/>
          </p:nvCxnSpPr>
          <p:spPr>
            <a:xfrm>
              <a:off x="0" y="656539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A2029335-BA6E-4B6F-B752-D02603169DE6}"/>
                </a:ext>
              </a:extLst>
            </p:cNvPr>
            <p:cNvCxnSpPr/>
            <p:nvPr/>
          </p:nvCxnSpPr>
          <p:spPr>
            <a:xfrm>
              <a:off x="0" y="685800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708D55A0-D16C-4191-B9F9-C95B51610B5E}"/>
                </a:ext>
              </a:extLst>
            </p:cNvPr>
            <p:cNvCxnSpPr/>
            <p:nvPr/>
          </p:nvCxnSpPr>
          <p:spPr>
            <a:xfrm>
              <a:off x="0" y="87782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DA3FCB58-9F61-404B-A493-7860A942FCC2}"/>
                </a:ext>
              </a:extLst>
            </p:cNvPr>
            <p:cNvCxnSpPr/>
            <p:nvPr/>
          </p:nvCxnSpPr>
          <p:spPr>
            <a:xfrm>
              <a:off x="0" y="117043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0EFD38DF-4402-499A-B7B2-D5BBF3AD467C}"/>
                </a:ext>
              </a:extLst>
            </p:cNvPr>
            <p:cNvCxnSpPr/>
            <p:nvPr/>
          </p:nvCxnSpPr>
          <p:spPr>
            <a:xfrm>
              <a:off x="0" y="146304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26DFD209-A624-4FEA-8F60-067FBF0CC1E8}"/>
                </a:ext>
              </a:extLst>
            </p:cNvPr>
            <p:cNvCxnSpPr/>
            <p:nvPr/>
          </p:nvCxnSpPr>
          <p:spPr>
            <a:xfrm>
              <a:off x="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F1B8ED61-88C3-48AA-91A7-BFD779B3B3BA}"/>
                </a:ext>
              </a:extLst>
            </p:cNvPr>
            <p:cNvCxnSpPr/>
            <p:nvPr/>
          </p:nvCxnSpPr>
          <p:spPr>
            <a:xfrm>
              <a:off x="585216"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822AC47D-49D2-4B9E-B580-53A7922E5654}"/>
                </a:ext>
              </a:extLst>
            </p:cNvPr>
            <p:cNvCxnSpPr/>
            <p:nvPr/>
          </p:nvCxnSpPr>
          <p:spPr>
            <a:xfrm>
              <a:off x="29260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20D7A2DB-4310-49CD-83F6-55B33BE76665}"/>
                </a:ext>
              </a:extLst>
            </p:cNvPr>
            <p:cNvCxnSpPr/>
            <p:nvPr/>
          </p:nvCxnSpPr>
          <p:spPr>
            <a:xfrm>
              <a:off x="877824"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20C40071-7BC6-4682-9CD1-0631E07C9F11}"/>
                </a:ext>
              </a:extLst>
            </p:cNvPr>
            <p:cNvCxnSpPr/>
            <p:nvPr/>
          </p:nvCxnSpPr>
          <p:spPr>
            <a:xfrm>
              <a:off x="117043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EE0ACFAA-26E9-44D2-BEF0-E02CAE93F397}"/>
                </a:ext>
              </a:extLst>
            </p:cNvPr>
            <p:cNvCxnSpPr/>
            <p:nvPr/>
          </p:nvCxnSpPr>
          <p:spPr>
            <a:xfrm>
              <a:off x="1102156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385D1186-93AE-4B67-8544-763E0B213AAC}"/>
                </a:ext>
              </a:extLst>
            </p:cNvPr>
            <p:cNvCxnSpPr/>
            <p:nvPr/>
          </p:nvCxnSpPr>
          <p:spPr>
            <a:xfrm>
              <a:off x="11606784"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CB1D45AE-FC53-4BB4-A9CD-C563C03A1195}"/>
                </a:ext>
              </a:extLst>
            </p:cNvPr>
            <p:cNvCxnSpPr/>
            <p:nvPr/>
          </p:nvCxnSpPr>
          <p:spPr>
            <a:xfrm>
              <a:off x="11314176"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8325177A-06D9-4C2A-B7EF-984A90245BF7}"/>
                </a:ext>
              </a:extLst>
            </p:cNvPr>
            <p:cNvCxnSpPr/>
            <p:nvPr/>
          </p:nvCxnSpPr>
          <p:spPr>
            <a:xfrm>
              <a:off x="1189939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D2B67796-DF72-4C3B-A79D-7534FD3084C9}"/>
                </a:ext>
              </a:extLst>
            </p:cNvPr>
            <p:cNvCxnSpPr/>
            <p:nvPr/>
          </p:nvCxnSpPr>
          <p:spPr>
            <a:xfrm>
              <a:off x="1219200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C8B2C409-2FF7-4120-9E48-02A446B82DD6}"/>
                </a:ext>
              </a:extLst>
            </p:cNvPr>
            <p:cNvCxnSpPr/>
            <p:nvPr/>
          </p:nvCxnSpPr>
          <p:spPr>
            <a:xfrm>
              <a:off x="0" y="175564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F3E0130A-B11A-42AB-8439-3CB0569F1C08}"/>
                </a:ext>
              </a:extLst>
            </p:cNvPr>
            <p:cNvCxnSpPr/>
            <p:nvPr/>
          </p:nvCxnSpPr>
          <p:spPr>
            <a:xfrm>
              <a:off x="0" y="204825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840B631-CB23-44B8-823B-56619D54F0E4}"/>
                </a:ext>
              </a:extLst>
            </p:cNvPr>
            <p:cNvCxnSpPr/>
            <p:nvPr/>
          </p:nvCxnSpPr>
          <p:spPr>
            <a:xfrm>
              <a:off x="0" y="234086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C7DD460B-BBE5-43D6-95DF-C1C1CC6239C6}"/>
                </a:ext>
              </a:extLst>
            </p:cNvPr>
            <p:cNvCxnSpPr/>
            <p:nvPr/>
          </p:nvCxnSpPr>
          <p:spPr>
            <a:xfrm>
              <a:off x="0" y="263347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7F5BEEB4-62B8-420A-9489-8319B9432C34}"/>
                </a:ext>
              </a:extLst>
            </p:cNvPr>
            <p:cNvCxnSpPr/>
            <p:nvPr/>
          </p:nvCxnSpPr>
          <p:spPr>
            <a:xfrm>
              <a:off x="0" y="292608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79242164-82A4-4DA9-B78C-33430C241872}"/>
                </a:ext>
              </a:extLst>
            </p:cNvPr>
            <p:cNvCxnSpPr/>
            <p:nvPr/>
          </p:nvCxnSpPr>
          <p:spPr>
            <a:xfrm>
              <a:off x="0" y="321868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1D8767DD-4892-4904-AE72-87087DD9CCC2}"/>
                </a:ext>
              </a:extLst>
            </p:cNvPr>
            <p:cNvCxnSpPr/>
            <p:nvPr/>
          </p:nvCxnSpPr>
          <p:spPr>
            <a:xfrm>
              <a:off x="0" y="351129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245FC793-2AD0-4021-B3FB-391EDDE6CB63}"/>
                </a:ext>
              </a:extLst>
            </p:cNvPr>
            <p:cNvCxnSpPr/>
            <p:nvPr/>
          </p:nvCxnSpPr>
          <p:spPr>
            <a:xfrm>
              <a:off x="0" y="380390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8091C6C8-296D-4AA9-8F03-7DEA5FA7D71A}"/>
                </a:ext>
              </a:extLst>
            </p:cNvPr>
            <p:cNvCxnSpPr/>
            <p:nvPr/>
          </p:nvCxnSpPr>
          <p:spPr>
            <a:xfrm>
              <a:off x="0" y="409651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71CBDA8A-698A-4B1C-BC41-CD72C2900FE8}"/>
                </a:ext>
              </a:extLst>
            </p:cNvPr>
            <p:cNvCxnSpPr/>
            <p:nvPr/>
          </p:nvCxnSpPr>
          <p:spPr>
            <a:xfrm>
              <a:off x="0" y="438912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F0780C82-EF19-43A2-BF1B-31FDFBA092CA}"/>
                </a:ext>
              </a:extLst>
            </p:cNvPr>
            <p:cNvCxnSpPr/>
            <p:nvPr/>
          </p:nvCxnSpPr>
          <p:spPr>
            <a:xfrm>
              <a:off x="0" y="468172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13492339-9370-44E2-8C4D-414393DEB764}"/>
                </a:ext>
              </a:extLst>
            </p:cNvPr>
            <p:cNvCxnSpPr/>
            <p:nvPr/>
          </p:nvCxnSpPr>
          <p:spPr>
            <a:xfrm>
              <a:off x="0" y="497433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EBF7CE2A-C0A7-4C6F-88B8-E40107AE34E8}"/>
                </a:ext>
              </a:extLst>
            </p:cNvPr>
            <p:cNvCxnSpPr/>
            <p:nvPr/>
          </p:nvCxnSpPr>
          <p:spPr>
            <a:xfrm>
              <a:off x="0" y="526694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CCD7A1D0-B060-4037-BFAE-80FAF89CC35F}"/>
                </a:ext>
              </a:extLst>
            </p:cNvPr>
            <p:cNvCxnSpPr/>
            <p:nvPr/>
          </p:nvCxnSpPr>
          <p:spPr>
            <a:xfrm>
              <a:off x="0" y="555955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2A121C21-7F60-43D7-B9B4-682B9D22E24D}"/>
                </a:ext>
              </a:extLst>
            </p:cNvPr>
            <p:cNvCxnSpPr/>
            <p:nvPr/>
          </p:nvCxnSpPr>
          <p:spPr>
            <a:xfrm>
              <a:off x="0" y="585216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grpSp>
      <p:sp>
        <p:nvSpPr>
          <p:cNvPr id="3" name=".64 square" hidden="1">
            <a:extLst>
              <a:ext uri="{FF2B5EF4-FFF2-40B4-BE49-F238E27FC236}">
                <a16:creationId xmlns:a16="http://schemas.microsoft.com/office/drawing/2014/main" id="{90E0CE0A-15D7-405F-8DFA-B7F5AF47B03C}"/>
              </a:ext>
            </a:extLst>
          </p:cNvPr>
          <p:cNvSpPr/>
          <p:nvPr/>
        </p:nvSpPr>
        <p:spPr bwMode="auto">
          <a:xfrm>
            <a:off x="0" y="0"/>
            <a:ext cx="585216" cy="585216"/>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dirty="0">
              <a:gradFill>
                <a:gsLst>
                  <a:gs pos="0">
                    <a:srgbClr val="FFFFFF"/>
                  </a:gs>
                  <a:gs pos="100000">
                    <a:srgbClr val="FFFFFF"/>
                  </a:gs>
                </a:gsLst>
                <a:lin ang="5400000" scaled="0"/>
              </a:gradFill>
              <a:ea typeface="Segoe UI" pitchFamily="34" charset="0"/>
              <a:cs typeface="Segoe UI" pitchFamily="34" charset="0"/>
            </a:endParaRPr>
          </a:p>
        </p:txBody>
      </p:sp>
      <p:sp>
        <p:nvSpPr>
          <p:cNvPr id="35" name=".32 square" hidden="1">
            <a:extLst>
              <a:ext uri="{FF2B5EF4-FFF2-40B4-BE49-F238E27FC236}">
                <a16:creationId xmlns:a16="http://schemas.microsoft.com/office/drawing/2014/main" id="{09835393-211C-428D-B22F-51EE7A413599}"/>
              </a:ext>
            </a:extLst>
          </p:cNvPr>
          <p:cNvSpPr/>
          <p:nvPr/>
        </p:nvSpPr>
        <p:spPr bwMode="auto">
          <a:xfrm>
            <a:off x="0" y="0"/>
            <a:ext cx="292608" cy="292608"/>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dirty="0">
              <a:gradFill>
                <a:gsLst>
                  <a:gs pos="0">
                    <a:srgbClr val="FFFFFF"/>
                  </a:gs>
                  <a:gs pos="100000">
                    <a:srgbClr val="FFFFFF"/>
                  </a:gs>
                </a:gsLst>
                <a:lin ang="5400000" scaled="0"/>
              </a:gradFill>
              <a:ea typeface="Segoe UI" pitchFamily="34" charset="0"/>
              <a:cs typeface="Segoe UI" pitchFamily="34" charset="0"/>
            </a:endParaRPr>
          </a:p>
        </p:txBody>
      </p:sp>
      <p:pic>
        <p:nvPicPr>
          <p:cNvPr id="144" name="Graphic 143">
            <a:extLst>
              <a:ext uri="{FF2B5EF4-FFF2-40B4-BE49-F238E27FC236}">
                <a16:creationId xmlns:a16="http://schemas.microsoft.com/office/drawing/2014/main" id="{55FCE7D5-5796-0746-3173-EB75FBE85E45}"/>
              </a:ext>
            </a:extLst>
          </p:cNvPr>
          <p:cNvPicPr>
            <a:picLocks noChangeAspect="1"/>
          </p:cNvPicPr>
          <p:nvPr/>
        </p:nvPicPr>
        <p:blipFill>
          <a:blip>
            <a:extLst>
              <a:ext uri="{96DAC541-7B7A-43D3-8B79-37D633B846F1}">
                <asvg:svgBlip xmlns:asvg="http://schemas.microsoft.com/office/drawing/2016/SVG/main" r:embed="rId30"/>
              </a:ext>
            </a:extLst>
          </a:blip>
          <a:srcRect/>
          <a:stretch/>
        </p:blipFill>
        <p:spPr>
          <a:xfrm rot="5400000">
            <a:off x="9509919" y="2743200"/>
            <a:ext cx="6858000" cy="1371600"/>
          </a:xfrm>
          <a:prstGeom prst="rect">
            <a:avLst/>
          </a:prstGeom>
        </p:spPr>
      </p:pic>
    </p:spTree>
    <p:extLst>
      <p:ext uri="{BB962C8B-B14F-4D97-AF65-F5344CB8AC3E}">
        <p14:creationId xmlns:p14="http://schemas.microsoft.com/office/powerpoint/2010/main" val="2239986591"/>
      </p:ext>
    </p:extLst>
  </p:cSld>
  <p:clrMap bg1="lt1" tx1="dk1" bg2="lt2" tx2="dk2" accent1="accent1" accent2="accent2" accent3="accent3" accent4="accent4" accent5="accent5" accent6="accent6" hlink="hlink" folHlink="folHlink"/>
  <p:sldLayoutIdLst>
    <p:sldLayoutId id="2147483664" r:id="rId1"/>
    <p:sldLayoutId id="2147483665" r:id="rId2"/>
    <p:sldLayoutId id="2147483666" r:id="rId3"/>
    <p:sldLayoutId id="2147483667" r:id="rId4"/>
    <p:sldLayoutId id="2147483668" r:id="rId5"/>
    <p:sldLayoutId id="2147483669" r:id="rId6"/>
    <p:sldLayoutId id="2147483670" r:id="rId7"/>
    <p:sldLayoutId id="2147483671" r:id="rId8"/>
    <p:sldLayoutId id="2147483672" r:id="rId9"/>
    <p:sldLayoutId id="2147483673" r:id="rId10"/>
    <p:sldLayoutId id="2147483674" r:id="rId11"/>
    <p:sldLayoutId id="2147483675" r:id="rId12"/>
    <p:sldLayoutId id="2147483676" r:id="rId13"/>
    <p:sldLayoutId id="2147483677" r:id="rId14"/>
    <p:sldLayoutId id="2147483678" r:id="rId15"/>
    <p:sldLayoutId id="2147483679" r:id="rId16"/>
    <p:sldLayoutId id="2147483680" r:id="rId17"/>
    <p:sldLayoutId id="2147483681" r:id="rId18"/>
    <p:sldLayoutId id="2147483682" r:id="rId19"/>
    <p:sldLayoutId id="2147483683" r:id="rId20"/>
    <p:sldLayoutId id="2147483684" r:id="rId21"/>
    <p:sldLayoutId id="2147483685" r:id="rId22"/>
    <p:sldLayoutId id="2147483686" r:id="rId23"/>
    <p:sldLayoutId id="2147483687" r:id="rId24"/>
    <p:sldLayoutId id="2147483688" r:id="rId25"/>
    <p:sldLayoutId id="2147483689" r:id="rId26"/>
    <p:sldLayoutId id="2147483690" r:id="rId27"/>
    <p:sldLayoutId id="2147483691" r:id="rId28"/>
  </p:sldLayoutIdLst>
  <p:transition>
    <p:fade/>
  </p:transition>
  <p:hf sldNum="0" hdr="0" ftr="0" dt="0"/>
  <p:txStyles>
    <p:titleStyle>
      <a:lvl1pPr algn="l" defTabSz="932742" rtl="0" eaLnBrk="1" latinLnBrk="0" hangingPunct="1">
        <a:lnSpc>
          <a:spcPct val="100000"/>
        </a:lnSpc>
        <a:spcBef>
          <a:spcPct val="0"/>
        </a:spcBef>
        <a:buNone/>
        <a:defRPr lang="en-US" sz="3600" b="0" kern="1200" cap="none" spc="-50" baseline="0" dirty="0" smtClean="0">
          <a:ln w="3175">
            <a:noFill/>
          </a:ln>
          <a:solidFill>
            <a:schemeClr val="tx1"/>
          </a:solidFill>
          <a:effectLst/>
          <a:latin typeface="+mj-lt"/>
          <a:ea typeface="+mn-ea"/>
          <a:cs typeface="Segoe UI" pitchFamily="34" charset="0"/>
        </a:defRPr>
      </a:lvl1pPr>
    </p:titleStyle>
    <p:body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800" kern="1200" spc="0" baseline="0">
          <a:solidFill>
            <a:schemeClr val="tx1"/>
          </a:solidFill>
          <a:latin typeface="+mn-lt"/>
          <a:ea typeface="+mn-ea"/>
          <a:cs typeface="Segoe UI" panose="020B05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000" kern="1200" spc="0" baseline="0">
          <a:solidFill>
            <a:schemeClr val="tx1"/>
          </a:solidFill>
          <a:latin typeface="+mn-lt"/>
          <a:ea typeface="+mn-ea"/>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600" kern="1200" spc="0" baseline="0">
          <a:solidFill>
            <a:schemeClr val="tx1"/>
          </a:solidFill>
          <a:latin typeface="+mn-lt"/>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6" pos="368">
          <p15:clr>
            <a:srgbClr val="C35EA4"/>
          </p15:clr>
        </p15:guide>
        <p15:guide id="17" pos="7313">
          <p15:clr>
            <a:srgbClr val="C35EA4"/>
          </p15:clr>
        </p15:guide>
        <p15:guide id="25" orient="horz" pos="369">
          <p15:clr>
            <a:srgbClr val="C35EA4"/>
          </p15:clr>
        </p15:guide>
        <p15:guide id="26" orient="horz" pos="3949">
          <p15:clr>
            <a:srgbClr val="C35EA4"/>
          </p15:clr>
        </p15:guide>
        <p15:guide id="27" orient="horz" pos="184">
          <p15:clr>
            <a:srgbClr val="A4A3A4"/>
          </p15:clr>
        </p15:guide>
        <p15:guide id="28" pos="185">
          <p15:clr>
            <a:srgbClr val="A4A3A4"/>
          </p15:clr>
        </p15:guide>
        <p15:guide id="29" orient="horz" pos="4135">
          <p15:clr>
            <a:srgbClr val="A4A3A4"/>
          </p15:clr>
        </p15:guide>
        <p15:guide id="30" pos="7495">
          <p15:clr>
            <a:srgbClr val="A4A3A4"/>
          </p15:clr>
        </p15:guide>
        <p15:guide id="31" orient="horz" pos="4008">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notesSlide" Target="../notesSlides/notesSlide4.xml"/><Relationship Id="rId1" Type="http://schemas.openxmlformats.org/officeDocument/2006/relationships/slideLayout" Target="../slideLayouts/slideLayout13.xml"/><Relationship Id="rId5" Type="http://schemas.openxmlformats.org/officeDocument/2006/relationships/image" Target="../media/image11.svg"/><Relationship Id="rId4" Type="http://schemas.openxmlformats.org/officeDocument/2006/relationships/image" Target="../media/image10.svg"/></Relationships>
</file>

<file path=ppt/slides/_rels/slide5.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notesSlide" Target="../notesSlides/notesSlide5.xml"/><Relationship Id="rId1" Type="http://schemas.openxmlformats.org/officeDocument/2006/relationships/slideLayout" Target="../slideLayouts/slideLayout14.xml"/><Relationship Id="rId5" Type="http://schemas.openxmlformats.org/officeDocument/2006/relationships/image" Target="../media/image14.svg"/><Relationship Id="rId4" Type="http://schemas.openxmlformats.org/officeDocument/2006/relationships/image" Target="../media/image13.sv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3" Type="http://schemas.openxmlformats.org/officeDocument/2006/relationships/image" Target="../media/image15.svg"/><Relationship Id="rId2" Type="http://schemas.openxmlformats.org/officeDocument/2006/relationships/notesSlide" Target="../notesSlides/notesSlide9.xml"/><Relationship Id="rId1" Type="http://schemas.openxmlformats.org/officeDocument/2006/relationships/slideLayout" Target="../slideLayouts/slideLayout14.xml"/><Relationship Id="rId5" Type="http://schemas.openxmlformats.org/officeDocument/2006/relationships/image" Target="../media/image17.svg"/><Relationship Id="rId4" Type="http://schemas.openxmlformats.org/officeDocument/2006/relationships/image" Target="../media/image16.svg"/></Relationships>
</file>

<file path=ppt/slides/_rels/slide10.xml.rels><?xml version="1.0" encoding="UTF-8" standalone="yes"?>
<Relationships xmlns="http://schemas.openxmlformats.org/package/2006/relationships"><Relationship Id="rId3" Type="http://schemas.openxmlformats.org/officeDocument/2006/relationships/image" Target="../media/image18.svg"/><Relationship Id="rId2" Type="http://schemas.openxmlformats.org/officeDocument/2006/relationships/notesSlide" Target="../notesSlides/notesSlide10.xml"/><Relationship Id="rId1" Type="http://schemas.openxmlformats.org/officeDocument/2006/relationships/slideLayout" Target="../slideLayouts/slideLayout13.xml"/><Relationship Id="rId5" Type="http://schemas.openxmlformats.org/officeDocument/2006/relationships/image" Target="../media/image20.svg"/><Relationship Id="rId4" Type="http://schemas.openxmlformats.org/officeDocument/2006/relationships/image" Target="../media/image19.svg"/></Relationships>
</file>

<file path=ppt/slides/_rels/slide11.xml.rels><?xml version="1.0" encoding="UTF-8" standalone="yes"?>
<Relationships xmlns="http://schemas.openxmlformats.org/package/2006/relationships"><Relationship Id="rId3" Type="http://schemas.openxmlformats.org/officeDocument/2006/relationships/hyperlink" Target="aka.ms/aitour27-resource-center" TargetMode="External"/><Relationship Id="rId2" Type="http://schemas.openxmlformats.org/officeDocument/2006/relationships/notesSlide" Target="../notesSlides/notesSlide11.xml"/><Relationship Id="rId1" Type="http://schemas.openxmlformats.org/officeDocument/2006/relationships/slideLayout" Target="../slideLayouts/slideLayout14.xml"/><Relationship Id="rId4" Type="http://schemas.openxmlformats.org/officeDocument/2006/relationships/hyperlink" Target="aka.ms/MicrosoftFoundryDiscord-AITour27"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BCE0119-F82F-75EF-0AAE-422A9B463402}"/>
              </a:ext>
            </a:extLst>
          </p:cNvPr>
          <p:cNvSpPr>
            <a:spLocks noGrp="1"/>
          </p:cNvSpPr>
          <p:nvPr>
            <p:ph type="title" idx="4294967295"/>
          </p:nvPr>
        </p:nvSpPr>
        <p:spPr>
          <a:xfrm>
            <a:off x="1174750" y="457200"/>
            <a:ext cx="11017250" cy="554038"/>
          </a:xfrm>
        </p:spPr>
        <p:txBody>
          <a:bodyPr>
            <a:normAutofit/>
          </a:bodyPr>
          <a:lstStyle/>
          <a:p>
            <a:r>
              <a:rPr lang="en-US">
                <a:noFill/>
              </a:rPr>
              <a:t>Microsoft AI Tour</a:t>
            </a:r>
          </a:p>
        </p:txBody>
      </p:sp>
    </p:spTree>
    <p:extLst>
      <p:ext uri="{BB962C8B-B14F-4D97-AF65-F5344CB8AC3E}">
        <p14:creationId xmlns:p14="http://schemas.microsoft.com/office/powerpoint/2010/main" val="425135901"/>
      </p:ext>
    </p:extLst>
  </p:cSld>
  <p:clrMapOvr>
    <a:masterClrMapping/>
  </p:clrMapOvr>
  <p:transition>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B265EF-CE90-333A-AE91-4F2DFE26B9A5}"/>
              </a:ext>
            </a:extLst>
          </p:cNvPr>
          <p:cNvSpPr>
            <a:spLocks noGrp="1"/>
          </p:cNvSpPr>
          <p:nvPr>
            <p:ph type="title"/>
          </p:nvPr>
        </p:nvSpPr>
        <p:spPr>
          <a:xfrm>
            <a:off x="584200" y="2425780"/>
            <a:ext cx="7270262" cy="1107996"/>
          </a:xfrm>
        </p:spPr>
        <p:txBody>
          <a:bodyPr/>
          <a:lstStyle/>
          <a:p>
            <a:r>
              <a:rPr lang="en-GB" dirty="0"/>
              <a:t>Building &amp; Deploying AI Agents with Microsoft Foundry</a:t>
            </a:r>
          </a:p>
        </p:txBody>
      </p:sp>
      <p:sp>
        <p:nvSpPr>
          <p:cNvPr id="3" name="Text Placeholder 2">
            <a:extLst>
              <a:ext uri="{FF2B5EF4-FFF2-40B4-BE49-F238E27FC236}">
                <a16:creationId xmlns:a16="http://schemas.microsoft.com/office/drawing/2014/main" id="{13AA93F6-0237-907D-C0B7-ACABF04C7E9B}"/>
              </a:ext>
            </a:extLst>
          </p:cNvPr>
          <p:cNvSpPr>
            <a:spLocks noGrp="1"/>
          </p:cNvSpPr>
          <p:nvPr>
            <p:ph type="body" sz="quarter" idx="12"/>
          </p:nvPr>
        </p:nvSpPr>
        <p:spPr/>
        <p:txBody>
          <a:bodyPr/>
          <a:lstStyle/>
          <a:p>
            <a:r>
              <a:rPr lang="en-GB"/>
              <a:t>A five-minute introduction to ILL335</a:t>
            </a:r>
          </a:p>
        </p:txBody>
      </p:sp>
    </p:spTree>
    <p:extLst>
      <p:ext uri="{BB962C8B-B14F-4D97-AF65-F5344CB8AC3E}">
        <p14:creationId xmlns:p14="http://schemas.microsoft.com/office/powerpoint/2010/main" val="6476990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6B5EE3-7E68-390D-B20C-080A6EBF1D8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7824DFA-BE7D-BC3F-5069-3FD32CC3000D}"/>
              </a:ext>
            </a:extLst>
          </p:cNvPr>
          <p:cNvSpPr>
            <a:spLocks noGrp="1"/>
          </p:cNvSpPr>
          <p:nvPr>
            <p:ph type="title"/>
          </p:nvPr>
        </p:nvSpPr>
        <p:spPr>
          <a:xfrm>
            <a:off x="587375" y="446810"/>
            <a:ext cx="11017250" cy="554038"/>
          </a:xfrm>
        </p:spPr>
        <p:txBody>
          <a:bodyPr/>
          <a:lstStyle/>
          <a:p>
            <a:r>
              <a:rPr lang="en-CA" dirty="0"/>
              <a:t>Meet </a:t>
            </a:r>
            <a:r>
              <a:rPr lang="en-CA" dirty="0" err="1"/>
              <a:t>Caldova</a:t>
            </a:r>
            <a:r>
              <a:rPr lang="en-CA" dirty="0"/>
              <a:t>: your lab scenario</a:t>
            </a:r>
            <a:endParaRPr lang="en-US" dirty="0"/>
          </a:p>
        </p:txBody>
      </p:sp>
      <p:sp>
        <p:nvSpPr>
          <p:cNvPr id="9" name="TextBox 8">
            <a:extLst>
              <a:ext uri="{FF2B5EF4-FFF2-40B4-BE49-F238E27FC236}">
                <a16:creationId xmlns:a16="http://schemas.microsoft.com/office/drawing/2014/main" id="{EB2EDFFA-25E5-BBD5-639C-BAEE3B629C23}"/>
              </a:ext>
            </a:extLst>
          </p:cNvPr>
          <p:cNvSpPr txBox="1"/>
          <p:nvPr/>
        </p:nvSpPr>
        <p:spPr>
          <a:xfrm>
            <a:off x="587375" y="1047929"/>
            <a:ext cx="10881360" cy="381643"/>
          </a:xfrm>
          <a:prstGeom prst="rect">
            <a:avLst/>
          </a:prstGeom>
          <a:noFill/>
        </p:spPr>
        <p:txBody>
          <a:bodyPr wrap="square" lIns="36576" tIns="36576" rIns="36576" bIns="36576"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0" i="0" u="none" strike="noStrike" kern="0" cap="none" spc="0" normalizeH="0" baseline="0" noProof="0" dirty="0">
                <a:ln>
                  <a:noFill/>
                </a:ln>
                <a:gradFill>
                  <a:gsLst>
                    <a:gs pos="32110">
                      <a:srgbClr val="000000"/>
                    </a:gs>
                    <a:gs pos="72000">
                      <a:srgbClr val="000000"/>
                    </a:gs>
                  </a:gsLst>
                  <a:lin ang="2700000" scaled="1"/>
                </a:gradFill>
                <a:effectLst/>
                <a:uLnTx/>
                <a:uFillTx/>
                <a:latin typeface="Segoe UI Semibold" panose="020B0502040204020203" pitchFamily="34" charset="0"/>
                <a:ea typeface="+mn-ea"/>
                <a:cs typeface="+mn-cs"/>
              </a:rPr>
              <a:t>Build insight and responsible routing for consumer feedback</a:t>
            </a:r>
          </a:p>
        </p:txBody>
      </p:sp>
      <p:sp>
        <p:nvSpPr>
          <p:cNvPr id="16" name="Rounded Rectangle 15">
            <a:extLst>
              <a:ext uri="{FF2B5EF4-FFF2-40B4-BE49-F238E27FC236}">
                <a16:creationId xmlns:a16="http://schemas.microsoft.com/office/drawing/2014/main" id="{E67C7D4B-4C6E-0D7F-C35F-F71BF94D0951}"/>
              </a:ext>
              <a:ext uri="{C183D7F6-B498-43B3-948B-1728B52AA6E4}">
                <adec:decorative xmlns:adec="http://schemas.microsoft.com/office/drawing/2017/decorative" val="1"/>
              </a:ext>
            </a:extLst>
          </p:cNvPr>
          <p:cNvSpPr/>
          <p:nvPr/>
        </p:nvSpPr>
        <p:spPr bwMode="auto">
          <a:xfrm>
            <a:off x="597888" y="2012195"/>
            <a:ext cx="4921563" cy="3797876"/>
          </a:xfrm>
          <a:prstGeom prst="roundRect">
            <a:avLst>
              <a:gd name="adj" fmla="val 8639"/>
            </a:avLst>
          </a:prstGeom>
          <a:solidFill>
            <a:srgbClr val="194449">
              <a:alpha val="10000"/>
            </a:srgbClr>
          </a:solidFill>
        </p:spPr>
        <p:txBody>
          <a:bodyPr wrap="square" lIns="0" tIns="0" rIns="0" bIns="45720" rtlCol="0" anchor="ctr" anchorCtr="0">
            <a:noAutofit/>
          </a:bodyPr>
          <a:lstStyle/>
          <a:p>
            <a:pPr marL="0" marR="0" lvl="0" indent="0" algn="ctr" defTabSz="2275850" rtl="0" eaLnBrk="1" fontAlgn="base" latinLnBrk="0" hangingPunct="1">
              <a:lnSpc>
                <a:spcPct val="100000"/>
              </a:lnSpc>
              <a:spcBef>
                <a:spcPts val="200"/>
              </a:spcBef>
              <a:spcAft>
                <a:spcPct val="0"/>
              </a:spcAft>
              <a:buClrTx/>
              <a:buSzTx/>
              <a:buFontTx/>
              <a:buNone/>
              <a:tabLst>
                <a:tab pos="3701239" algn="l"/>
              </a:tabLst>
              <a:defRPr/>
            </a:pPr>
            <a:endParaRPr kumimoji="0" lang="en-US" sz="1765" b="1" i="0" u="none" strike="noStrike" kern="1200" cap="none" spc="0" normalizeH="0" baseline="0" noProof="0" err="1">
              <a:ln w="3175">
                <a:noFill/>
              </a:ln>
              <a:gradFill>
                <a:gsLst>
                  <a:gs pos="22936">
                    <a:srgbClr val="000000"/>
                  </a:gs>
                  <a:gs pos="38000">
                    <a:srgbClr val="000000"/>
                  </a:gs>
                </a:gsLst>
                <a:path path="circle">
                  <a:fillToRect l="100000" t="100000"/>
                </a:path>
              </a:gradFill>
              <a:effectLst/>
              <a:uLnTx/>
              <a:uFillTx/>
              <a:latin typeface="Segoe UI Semibold" panose="020B0502040204020203" pitchFamily="34" charset="0"/>
              <a:ea typeface="+mn-ea"/>
              <a:cs typeface="Segoe UI" pitchFamily="34" charset="0"/>
            </a:endParaRPr>
          </a:p>
        </p:txBody>
      </p:sp>
      <p:sp>
        <p:nvSpPr>
          <p:cNvPr id="17" name="TextBox 16">
            <a:extLst>
              <a:ext uri="{FF2B5EF4-FFF2-40B4-BE49-F238E27FC236}">
                <a16:creationId xmlns:a16="http://schemas.microsoft.com/office/drawing/2014/main" id="{EA8BDC94-9FDE-CA90-45DD-CA7F107DE659}"/>
              </a:ext>
            </a:extLst>
          </p:cNvPr>
          <p:cNvSpPr txBox="1"/>
          <p:nvPr/>
        </p:nvSpPr>
        <p:spPr>
          <a:xfrm>
            <a:off x="2347825" y="2704387"/>
            <a:ext cx="1421688" cy="492371"/>
          </a:xfrm>
          <a:prstGeom prst="roundRect">
            <a:avLst>
              <a:gd name="adj" fmla="val 38744"/>
            </a:avLst>
          </a:prstGeom>
          <a:gradFill>
            <a:gsLst>
              <a:gs pos="0">
                <a:srgbClr val="7FC0E6"/>
              </a:gs>
              <a:gs pos="100000">
                <a:srgbClr val="B9DCD2"/>
              </a:gs>
              <a:gs pos="35000">
                <a:srgbClr val="8DC8E8"/>
              </a:gs>
            </a:gsLst>
            <a:path path="circle">
              <a:fillToRect r="100000" b="100000"/>
            </a:path>
          </a:gradFill>
        </p:spPr>
        <p:txBody>
          <a:bodyPr wrap="none" lIns="137160" tIns="18288" rIns="137160" bIns="54864" rtlCol="0">
            <a:spAutoFit/>
          </a:bodyPr>
          <a:lstStyle>
            <a:defPPr>
              <a:defRPr lang="en-US"/>
            </a:defPPr>
            <a:lvl1pPr marR="0" lvl="0" indent="0" algn="ctr" defTabSz="914437" fontAlgn="base">
              <a:lnSpc>
                <a:spcPct val="100000"/>
              </a:lnSpc>
              <a:spcBef>
                <a:spcPct val="0"/>
              </a:spcBef>
              <a:spcAft>
                <a:spcPct val="0"/>
              </a:spcAft>
              <a:buClrTx/>
              <a:buSzTx/>
              <a:buFontTx/>
              <a:buNone/>
              <a:tabLst>
                <a:tab pos="1487158" algn="l"/>
              </a:tabLst>
              <a:defRPr kumimoji="0" sz="2000" b="1" i="0" u="none" strike="noStrike" cap="none" spc="0" normalizeH="0" baseline="0">
                <a:ln w="3175">
                  <a:noFill/>
                </a:ln>
                <a:effectLst/>
                <a:uLnTx/>
                <a:uFillTx/>
                <a:latin typeface="Segoe UI Semibold" panose="020B0502040204020203" pitchFamily="34" charset="0"/>
                <a:cs typeface="Segoe UI" pitchFamily="34" charset="0"/>
              </a:defRPr>
            </a:lvl1pPr>
            <a:lvl2pPr marL="457183" defTabSz="914367">
              <a:defRPr sz="1765"/>
            </a:lvl2pPr>
            <a:lvl3pPr marL="914367" defTabSz="914367">
              <a:defRPr sz="1765"/>
            </a:lvl3pPr>
            <a:lvl4pPr marL="1371550" defTabSz="914367">
              <a:defRPr sz="1765"/>
            </a:lvl4pPr>
            <a:lvl5pPr marL="1828734" defTabSz="914367">
              <a:defRPr sz="1765"/>
            </a:lvl5pPr>
            <a:lvl6pPr marL="2285918" defTabSz="914367">
              <a:defRPr sz="1765"/>
            </a:lvl6pPr>
            <a:lvl7pPr marL="2743101" defTabSz="914367">
              <a:defRPr sz="1765"/>
            </a:lvl7pPr>
            <a:lvl8pPr marL="3200284" defTabSz="914367">
              <a:defRPr sz="1765"/>
            </a:lvl8pPr>
            <a:lvl9pPr marL="3657469" defTabSz="914367">
              <a:defRPr sz="1765"/>
            </a:lvl9pPr>
          </a:lstStyle>
          <a:p>
            <a:pPr marL="0" marR="0" lvl="0" indent="0" algn="ctr" defTabSz="914437" rtl="0" eaLnBrk="1" fontAlgn="base" latinLnBrk="0" hangingPunct="1">
              <a:lnSpc>
                <a:spcPct val="100000"/>
              </a:lnSpc>
              <a:spcBef>
                <a:spcPct val="0"/>
              </a:spcBef>
              <a:spcAft>
                <a:spcPct val="0"/>
              </a:spcAft>
              <a:buClrTx/>
              <a:buSzTx/>
              <a:buFontTx/>
              <a:buNone/>
              <a:tabLst>
                <a:tab pos="1487158" algn="l"/>
              </a:tabLst>
              <a:defRPr/>
            </a:pPr>
            <a:r>
              <a:rPr kumimoji="0" lang="en-US" sz="2000" b="1" i="0" u="none" strike="noStrike" kern="1200" cap="none" spc="0" normalizeH="0" baseline="0" noProof="0" dirty="0">
                <a:ln w="3175">
                  <a:noFill/>
                </a:ln>
                <a:solidFill>
                  <a:srgbClr val="000000"/>
                </a:solidFill>
                <a:effectLst/>
                <a:uLnTx/>
                <a:uFillTx/>
                <a:latin typeface="Segoe UI Semibold" panose="020B0502040204020203" pitchFamily="34" charset="0"/>
                <a:ea typeface="+mn-ea"/>
                <a:cs typeface="Segoe UI" pitchFamily="34" charset="0"/>
              </a:rPr>
              <a:t>Your role</a:t>
            </a:r>
          </a:p>
        </p:txBody>
      </p:sp>
      <p:sp>
        <p:nvSpPr>
          <p:cNvPr id="20" name="Title 6">
            <a:extLst>
              <a:ext uri="{FF2B5EF4-FFF2-40B4-BE49-F238E27FC236}">
                <a16:creationId xmlns:a16="http://schemas.microsoft.com/office/drawing/2014/main" id="{85A9BBEA-DFAF-FA8A-CA49-5BEAAF861C72}"/>
              </a:ext>
            </a:extLst>
          </p:cNvPr>
          <p:cNvSpPr txBox="1">
            <a:spLocks/>
          </p:cNvSpPr>
          <p:nvPr/>
        </p:nvSpPr>
        <p:spPr>
          <a:xfrm>
            <a:off x="1092709" y="3535815"/>
            <a:ext cx="3931920" cy="677108"/>
          </a:xfrm>
          <a:prstGeom prst="rect">
            <a:avLst/>
          </a:prstGeom>
          <a:noFill/>
          <a:ln w="9525" cap="flat" cmpd="sng" algn="ctr">
            <a:noFill/>
            <a:prstDash val="solid"/>
            <a:headEnd type="none" w="med" len="med"/>
            <a:tailEnd type="none" w="med" len="med"/>
          </a:ln>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spAutoFit/>
          </a:bodyPr>
          <a:lstStyle>
            <a:defPPr>
              <a:defRPr lang="en-US"/>
            </a:defPPr>
            <a:lvl1pPr algn="ctr" defTabSz="2901014" rtl="0" eaLnBrk="1" fontAlgn="base" latinLnBrk="0" hangingPunct="1">
              <a:lnSpc>
                <a:spcPct val="100000"/>
              </a:lnSpc>
              <a:spcBef>
                <a:spcPct val="0"/>
              </a:spcBef>
              <a:spcAft>
                <a:spcPct val="0"/>
              </a:spcAft>
              <a:buNone/>
              <a:defRPr lang="en-US" sz="8800" b="0" kern="1200" cap="none" spc="-50" baseline="0">
                <a:ln w="3175">
                  <a:noFill/>
                </a:ln>
                <a:gradFill>
                  <a:gsLst>
                    <a:gs pos="4321">
                      <a:srgbClr val="000000"/>
                    </a:gs>
                    <a:gs pos="21000">
                      <a:srgbClr val="000000"/>
                    </a:gs>
                  </a:gsLst>
                  <a:path path="circle">
                    <a:fillToRect l="100000" t="100000"/>
                  </a:path>
                </a:gradFill>
                <a:effectLst/>
                <a:latin typeface="+mj-lt"/>
                <a:ea typeface="+mn-ea"/>
                <a:cs typeface="Segoe UI" pitchFamily="34" charset="0"/>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pPr marL="0" marR="0" lvl="0" indent="0" algn="ctr" defTabSz="1371600" rtl="0" eaLnBrk="1" fontAlgn="auto" latinLnBrk="0" hangingPunct="1">
              <a:lnSpc>
                <a:spcPct val="100000"/>
              </a:lnSpc>
              <a:spcBef>
                <a:spcPts val="0"/>
              </a:spcBef>
              <a:spcAft>
                <a:spcPts val="0"/>
              </a:spcAft>
              <a:buClrTx/>
              <a:buSzTx/>
              <a:buFontTx/>
              <a:buNone/>
              <a:tabLst>
                <a:tab pos="1371600" algn="l"/>
              </a:tabLst>
              <a:defRPr/>
            </a:pPr>
            <a:r>
              <a:rPr kumimoji="0" lang="en-US" sz="4400" b="1" i="0" u="none" strike="noStrike" kern="1200" cap="none" spc="-50" normalizeH="0" baseline="0" noProof="0" dirty="0">
                <a:ln w="3175">
                  <a:noFill/>
                </a:ln>
                <a:gradFill flip="none" rotWithShape="1">
                  <a:gsLst>
                    <a:gs pos="0">
                      <a:srgbClr val="175B9C"/>
                    </a:gs>
                    <a:gs pos="100000">
                      <a:srgbClr val="87ADA2"/>
                    </a:gs>
                    <a:gs pos="50000">
                      <a:srgbClr val="0078D4"/>
                    </a:gs>
                  </a:gsLst>
                  <a:path path="circle">
                    <a:fillToRect t="100000" r="100000"/>
                  </a:path>
                  <a:tileRect l="-100000" b="-100000"/>
                </a:gradFill>
                <a:effectLst/>
                <a:uLnTx/>
                <a:uFillTx/>
                <a:latin typeface="Segoe UI Semibold" panose="020B0502040204020203" pitchFamily="34" charset="0"/>
                <a:ea typeface="+mn-ea"/>
                <a:cs typeface="Segoe UI" pitchFamily="34" charset="0"/>
              </a:rPr>
              <a:t>AI developer</a:t>
            </a:r>
          </a:p>
        </p:txBody>
      </p:sp>
      <p:sp>
        <p:nvSpPr>
          <p:cNvPr id="21" name="TextBox 20">
            <a:extLst>
              <a:ext uri="{FF2B5EF4-FFF2-40B4-BE49-F238E27FC236}">
                <a16:creationId xmlns:a16="http://schemas.microsoft.com/office/drawing/2014/main" id="{EA215468-C243-45D4-6E41-2E63409CA529}"/>
              </a:ext>
            </a:extLst>
          </p:cNvPr>
          <p:cNvSpPr txBox="1"/>
          <p:nvPr/>
        </p:nvSpPr>
        <p:spPr>
          <a:xfrm>
            <a:off x="1688727" y="4434654"/>
            <a:ext cx="2739886" cy="543226"/>
          </a:xfrm>
          <a:prstGeom prst="rect">
            <a:avLst/>
          </a:prstGeom>
          <a:noFill/>
        </p:spPr>
        <p:txBody>
          <a:bodyPr wrap="square" lIns="0" tIns="0" rIns="0" bIns="0" rtlCol="0" anchor="t">
            <a:spAutoFit/>
          </a:bodyPr>
          <a:lstStyle/>
          <a:p>
            <a:pPr marL="0" marR="0" lvl="1" indent="0" algn="ctr" defTabSz="712817" rtl="0" eaLnBrk="1" fontAlgn="auto" latinLnBrk="0" hangingPunct="1">
              <a:lnSpc>
                <a:spcPct val="100000"/>
              </a:lnSpc>
              <a:spcBef>
                <a:spcPts val="1800"/>
              </a:spcBef>
              <a:spcAft>
                <a:spcPts val="0"/>
              </a:spcAft>
              <a:buClrTx/>
              <a:buSzTx/>
              <a:buFontTx/>
              <a:buNone/>
              <a:tabLst/>
              <a:defRPr/>
            </a:pPr>
            <a:r>
              <a:rPr kumimoji="0" lang="en-US" sz="1765" b="1" i="0" u="none" strike="noStrike" kern="1200" cap="none" spc="0" normalizeH="0" baseline="0" noProof="0" dirty="0">
                <a:ln>
                  <a:noFill/>
                </a:ln>
                <a:gradFill>
                  <a:gsLst>
                    <a:gs pos="22936">
                      <a:srgbClr val="000000"/>
                    </a:gs>
                    <a:gs pos="38000">
                      <a:srgbClr val="000000"/>
                    </a:gs>
                  </a:gsLst>
                  <a:path path="circle">
                    <a:fillToRect l="100000" t="100000"/>
                  </a:path>
                </a:gradFill>
                <a:effectLst/>
                <a:uLnTx/>
                <a:uFillTx/>
                <a:latin typeface="Segoe UI Semibold" panose="020B0502040204020203" pitchFamily="34" charset="0"/>
                <a:ea typeface="+mn-ea"/>
                <a:cs typeface="+mn-cs"/>
              </a:rPr>
              <a:t>Commercial digital + customer engagement</a:t>
            </a:r>
          </a:p>
        </p:txBody>
      </p:sp>
      <p:sp>
        <p:nvSpPr>
          <p:cNvPr id="14" name="TextBox 13">
            <a:extLst>
              <a:ext uri="{FF2B5EF4-FFF2-40B4-BE49-F238E27FC236}">
                <a16:creationId xmlns:a16="http://schemas.microsoft.com/office/drawing/2014/main" id="{5DD4083D-AA84-07FC-B820-98DEE7E4715A}"/>
              </a:ext>
            </a:extLst>
          </p:cNvPr>
          <p:cNvSpPr txBox="1"/>
          <p:nvPr/>
        </p:nvSpPr>
        <p:spPr>
          <a:xfrm>
            <a:off x="6014274" y="2211700"/>
            <a:ext cx="4248556" cy="901272"/>
          </a:xfrm>
          <a:prstGeom prst="rect">
            <a:avLst/>
          </a:prstGeom>
          <a:noFill/>
        </p:spPr>
        <p:txBody>
          <a:bodyPr wrap="square" lIns="36576" tIns="18288" rIns="36576" bIns="18288">
            <a:spAutoFit/>
          </a:bodyPr>
          <a:lstStyle/>
          <a:p>
            <a:pPr marL="0" marR="0" lvl="0" indent="0" algn="l" defTabSz="914437" rtl="0" eaLnBrk="1" fontAlgn="base" latinLnBrk="0" hangingPunct="1">
              <a:lnSpc>
                <a:spcPct val="100000"/>
              </a:lnSpc>
              <a:spcBef>
                <a:spcPct val="0"/>
              </a:spcBef>
              <a:spcAft>
                <a:spcPct val="0"/>
              </a:spcAft>
              <a:buClrTx/>
              <a:buSzTx/>
              <a:buFontTx/>
              <a:buNone/>
              <a:tabLst>
                <a:tab pos="1487158" algn="l"/>
              </a:tabLst>
              <a:defRPr/>
            </a:pPr>
            <a:r>
              <a:rPr kumimoji="0" sz="2000" b="1" i="0" u="none" strike="noStrike" kern="1200" cap="none" spc="0" normalizeH="0" baseline="0" noProof="0" dirty="0">
                <a:ln w="3175">
                  <a:noFill/>
                </a:ln>
                <a:solidFill>
                  <a:srgbClr val="000000"/>
                </a:solidFill>
                <a:effectLst/>
                <a:uLnTx/>
                <a:uFillTx/>
                <a:latin typeface="Segoe UI Semibold" panose="020B0502040204020203" pitchFamily="34" charset="0"/>
                <a:ea typeface="+mn-ea"/>
                <a:cs typeface="Segoe UI" pitchFamily="34" charset="0"/>
              </a:rPr>
              <a:t>The challenge</a:t>
            </a:r>
            <a:endParaRPr kumimoji="0" lang="en-CA" sz="2000" b="1" i="0" u="none" strike="noStrike" kern="1200" cap="none" spc="0" normalizeH="0" baseline="0" noProof="0" dirty="0">
              <a:ln w="3175">
                <a:noFill/>
              </a:ln>
              <a:solidFill>
                <a:srgbClr val="000000"/>
              </a:solidFill>
              <a:effectLst/>
              <a:uLnTx/>
              <a:uFillTx/>
              <a:latin typeface="Segoe UI Semibold" panose="020B0502040204020203" pitchFamily="34" charset="0"/>
              <a:ea typeface="+mn-ea"/>
              <a:cs typeface="Segoe UI" pitchFamily="34" charset="0"/>
            </a:endParaRPr>
          </a:p>
          <a:p>
            <a:pPr marL="0" marR="0" lvl="0" indent="0" algn="l" defTabSz="457200" rtl="0" eaLnBrk="1" fontAlgn="auto" latinLnBrk="0" hangingPunct="1">
              <a:lnSpc>
                <a:spcPct val="100000"/>
              </a:lnSpc>
              <a:spcBef>
                <a:spcPts val="500"/>
              </a:spcBef>
              <a:spcAft>
                <a:spcPts val="800"/>
              </a:spcAft>
              <a:buClrTx/>
              <a:buSzTx/>
              <a:buFontTx/>
              <a:buNone/>
              <a:tabLst/>
              <a:defRPr/>
            </a:pPr>
            <a:r>
              <a:rPr kumimoji="0" sz="1600" b="1" i="0" u="none" strike="noStrike" kern="1200" cap="none" spc="0" normalizeH="0" baseline="0" noProof="0" dirty="0" err="1">
                <a:ln>
                  <a:noFill/>
                </a:ln>
                <a:gradFill>
                  <a:gsLst>
                    <a:gs pos="21101">
                      <a:srgbClr val="000000"/>
                    </a:gs>
                    <a:gs pos="31193">
                      <a:srgbClr val="000000"/>
                    </a:gs>
                  </a:gsLst>
                  <a:path path="circle">
                    <a:fillToRect l="100000" t="100000"/>
                  </a:path>
                </a:gradFill>
                <a:effectLst/>
                <a:uLnTx/>
                <a:uFillTx/>
                <a:latin typeface="Segoe UI Semibold" panose="020B0502040204020203" pitchFamily="34" charset="0"/>
                <a:ea typeface="+mn-ea"/>
                <a:cs typeface="Segoe Sans Display Semibold" pitchFamily="2" charset="0"/>
              </a:rPr>
              <a:t>Caldova</a:t>
            </a:r>
            <a:r>
              <a:rPr kumimoji="0" sz="1600" b="1" i="0" u="none" strike="noStrike" kern="1200" cap="none" spc="0" normalizeH="0" baseline="0" noProof="0" dirty="0">
                <a:ln>
                  <a:noFill/>
                </a:ln>
                <a:gradFill>
                  <a:gsLst>
                    <a:gs pos="21101">
                      <a:srgbClr val="000000"/>
                    </a:gs>
                    <a:gs pos="31193">
                      <a:srgbClr val="000000"/>
                    </a:gs>
                  </a:gsLst>
                  <a:path path="circle">
                    <a:fillToRect l="100000" t="100000"/>
                  </a:path>
                </a:gradFill>
                <a:effectLst/>
                <a:uLnTx/>
                <a:uFillTx/>
                <a:latin typeface="Segoe UI Semibold" panose="020B0502040204020203" pitchFamily="34" charset="0"/>
                <a:ea typeface="+mn-ea"/>
                <a:cs typeface="Segoe Sans Display Semibold" pitchFamily="2" charset="0"/>
              </a:rPr>
              <a:t> receives consumer feedback across products and support channels</a:t>
            </a:r>
          </a:p>
        </p:txBody>
      </p:sp>
      <p:cxnSp>
        <p:nvCxnSpPr>
          <p:cNvPr id="27" name="Straight Arrow Connector 26" descr="Theme 1 multi-color line">
            <a:extLst>
              <a:ext uri="{FF2B5EF4-FFF2-40B4-BE49-F238E27FC236}">
                <a16:creationId xmlns:a16="http://schemas.microsoft.com/office/drawing/2014/main" id="{B0D551DB-F3DD-101E-ABB6-CB3BA48C273F}"/>
              </a:ext>
              <a:ext uri="{C183D7F6-B498-43B3-948B-1728B52AA6E4}">
                <adec:decorative xmlns:adec="http://schemas.microsoft.com/office/drawing/2017/decorative" val="0"/>
              </a:ext>
            </a:extLst>
          </p:cNvPr>
          <p:cNvCxnSpPr>
            <a:cxnSpLocks/>
          </p:cNvCxnSpPr>
          <p:nvPr/>
        </p:nvCxnSpPr>
        <p:spPr>
          <a:xfrm>
            <a:off x="6062750" y="3301104"/>
            <a:ext cx="5114477" cy="0"/>
          </a:xfrm>
          <a:prstGeom prst="straightConnector1">
            <a:avLst/>
          </a:prstGeom>
          <a:ln w="19050" cap="rnd">
            <a:solidFill>
              <a:schemeClr val="tx1">
                <a:alpha val="50000"/>
              </a:schemeClr>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8020CF76-55FC-64E2-BF44-7835621D022B}"/>
              </a:ext>
            </a:extLst>
          </p:cNvPr>
          <p:cNvSpPr txBox="1"/>
          <p:nvPr/>
        </p:nvSpPr>
        <p:spPr>
          <a:xfrm>
            <a:off x="6014272" y="3490309"/>
            <a:ext cx="5162955" cy="901272"/>
          </a:xfrm>
          <a:prstGeom prst="rect">
            <a:avLst/>
          </a:prstGeom>
          <a:noFill/>
        </p:spPr>
        <p:txBody>
          <a:bodyPr wrap="square" lIns="36576" tIns="18288" rIns="36576" bIns="18288">
            <a:spAutoFit/>
          </a:bodyPr>
          <a:lstStyle/>
          <a:p>
            <a:pPr marL="0" marR="0" lvl="0" indent="0" algn="l" defTabSz="914437" rtl="0" eaLnBrk="1" fontAlgn="base" latinLnBrk="0" hangingPunct="1">
              <a:lnSpc>
                <a:spcPct val="100000"/>
              </a:lnSpc>
              <a:spcBef>
                <a:spcPct val="0"/>
              </a:spcBef>
              <a:spcAft>
                <a:spcPct val="0"/>
              </a:spcAft>
              <a:buClrTx/>
              <a:buSzTx/>
              <a:buFontTx/>
              <a:buNone/>
              <a:tabLst>
                <a:tab pos="1487158" algn="l"/>
              </a:tabLst>
              <a:defRPr/>
            </a:pPr>
            <a:r>
              <a:rPr kumimoji="0" lang="en-CA" sz="2000" b="1" i="0" u="none" strike="noStrike" kern="1200" cap="none" spc="0" normalizeH="0" baseline="0" noProof="0" dirty="0">
                <a:ln w="3175">
                  <a:noFill/>
                </a:ln>
                <a:solidFill>
                  <a:srgbClr val="000000"/>
                </a:solidFill>
                <a:effectLst/>
                <a:uLnTx/>
                <a:uFillTx/>
                <a:latin typeface="Segoe UI Semibold" panose="020B0502040204020203" pitchFamily="34" charset="0"/>
                <a:ea typeface="+mn-ea"/>
                <a:cs typeface="Segoe UI" pitchFamily="34" charset="0"/>
              </a:rPr>
              <a:t>Your mission</a:t>
            </a:r>
          </a:p>
          <a:p>
            <a:pPr marL="0" marR="0" lvl="0" indent="0" algn="l" defTabSz="457200" rtl="0" eaLnBrk="1" fontAlgn="base" latinLnBrk="0" hangingPunct="1">
              <a:lnSpc>
                <a:spcPct val="100000"/>
              </a:lnSpc>
              <a:spcBef>
                <a:spcPts val="500"/>
              </a:spcBef>
              <a:spcAft>
                <a:spcPts val="800"/>
              </a:spcAft>
              <a:buClrTx/>
              <a:buSzTx/>
              <a:buFontTx/>
              <a:buNone/>
              <a:tabLst>
                <a:tab pos="1487158" algn="l"/>
              </a:tabLst>
              <a:defRPr/>
            </a:pPr>
            <a:r>
              <a:rPr kumimoji="0" lang="en-CA" sz="1600" b="1" i="0" u="none" strike="noStrike" kern="1200" cap="none" spc="0" normalizeH="0" baseline="0" noProof="0" dirty="0">
                <a:ln>
                  <a:noFill/>
                </a:ln>
                <a:gradFill>
                  <a:gsLst>
                    <a:gs pos="21101">
                      <a:srgbClr val="000000"/>
                    </a:gs>
                    <a:gs pos="31193">
                      <a:srgbClr val="000000"/>
                    </a:gs>
                  </a:gsLst>
                  <a:path path="circle">
                    <a:fillToRect l="100000" t="100000"/>
                  </a:path>
                </a:gradFill>
                <a:effectLst/>
                <a:uLnTx/>
                <a:uFillTx/>
                <a:latin typeface="Segoe UI Semibold" panose="020B0502040204020203" pitchFamily="34" charset="0"/>
                <a:ea typeface="+mn-ea"/>
                <a:cs typeface="Segoe Sans Display Semibold" pitchFamily="2" charset="0"/>
              </a:rPr>
              <a:t>Classify sentiment, summarize topics, and independently flag regulated signals for human review</a:t>
            </a:r>
          </a:p>
        </p:txBody>
      </p:sp>
      <p:cxnSp>
        <p:nvCxnSpPr>
          <p:cNvPr id="30" name="Straight Arrow Connector 29" descr="Theme 1 multi-color line">
            <a:extLst>
              <a:ext uri="{FF2B5EF4-FFF2-40B4-BE49-F238E27FC236}">
                <a16:creationId xmlns:a16="http://schemas.microsoft.com/office/drawing/2014/main" id="{669D786F-C3F2-B509-8DD0-612E02AE34FB}"/>
              </a:ext>
              <a:ext uri="{C183D7F6-B498-43B3-948B-1728B52AA6E4}">
                <adec:decorative xmlns:adec="http://schemas.microsoft.com/office/drawing/2017/decorative" val="0"/>
              </a:ext>
            </a:extLst>
          </p:cNvPr>
          <p:cNvCxnSpPr>
            <a:cxnSpLocks/>
          </p:cNvCxnSpPr>
          <p:nvPr/>
        </p:nvCxnSpPr>
        <p:spPr>
          <a:xfrm>
            <a:off x="6062750" y="4571764"/>
            <a:ext cx="5114477" cy="0"/>
          </a:xfrm>
          <a:prstGeom prst="straightConnector1">
            <a:avLst/>
          </a:prstGeom>
          <a:ln w="19050" cap="rnd">
            <a:solidFill>
              <a:schemeClr val="tx1">
                <a:alpha val="50000"/>
              </a:schemeClr>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EC8C2D5C-21FA-ED7D-8D17-29B6D4DB46CF}"/>
              </a:ext>
            </a:extLst>
          </p:cNvPr>
          <p:cNvSpPr txBox="1"/>
          <p:nvPr/>
        </p:nvSpPr>
        <p:spPr>
          <a:xfrm>
            <a:off x="6014273" y="4768916"/>
            <a:ext cx="5162955" cy="870495"/>
          </a:xfrm>
          <a:prstGeom prst="rect">
            <a:avLst/>
          </a:prstGeom>
          <a:noFill/>
        </p:spPr>
        <p:txBody>
          <a:bodyPr wrap="square" lIns="36576" tIns="18288" rIns="36576" bIns="18288">
            <a:spAutoFit/>
          </a:bodyPr>
          <a:lstStyle/>
          <a:p>
            <a:pPr marL="0" marR="0" lvl="0" indent="0" algn="l" defTabSz="914437" rtl="0" eaLnBrk="1" fontAlgn="base" latinLnBrk="0" hangingPunct="1">
              <a:lnSpc>
                <a:spcPct val="100000"/>
              </a:lnSpc>
              <a:spcBef>
                <a:spcPct val="0"/>
              </a:spcBef>
              <a:spcAft>
                <a:spcPct val="0"/>
              </a:spcAft>
              <a:buClrTx/>
              <a:buSzTx/>
              <a:buFontTx/>
              <a:buNone/>
              <a:tabLst>
                <a:tab pos="1487158" algn="l"/>
              </a:tabLst>
              <a:defRPr/>
            </a:pPr>
            <a:r>
              <a:rPr kumimoji="0" lang="en-CA" sz="1800" b="1" i="0" u="none" strike="noStrike" kern="1200" cap="none" spc="0" normalizeH="0" baseline="0" noProof="0" dirty="0">
                <a:ln w="3175">
                  <a:noFill/>
                </a:ln>
                <a:solidFill>
                  <a:srgbClr val="000000"/>
                </a:solidFill>
                <a:effectLst/>
                <a:uLnTx/>
                <a:uFillTx/>
                <a:latin typeface="Segoe UI Semibold" panose="020B0502040204020203" pitchFamily="34" charset="0"/>
                <a:ea typeface="+mn-ea"/>
                <a:cs typeface="Segoe UI" pitchFamily="34" charset="0"/>
              </a:rPr>
              <a:t>Your finish line</a:t>
            </a:r>
          </a:p>
          <a:p>
            <a:pPr marL="0" marR="0" lvl="0" indent="0" algn="l" defTabSz="457200" rtl="0" eaLnBrk="1" fontAlgn="auto" latinLnBrk="0" hangingPunct="1">
              <a:lnSpc>
                <a:spcPct val="100000"/>
              </a:lnSpc>
              <a:spcBef>
                <a:spcPts val="500"/>
              </a:spcBef>
              <a:spcAft>
                <a:spcPts val="800"/>
              </a:spcAft>
              <a:buClrTx/>
              <a:buSzTx/>
              <a:buFontTx/>
              <a:buNone/>
              <a:tabLst/>
              <a:defRPr/>
            </a:pPr>
            <a:r>
              <a:rPr kumimoji="0" lang="en-CA" sz="1600" b="1" i="0" u="none" strike="noStrike" kern="1200" cap="none" spc="0" normalizeH="0" baseline="0" noProof="0" dirty="0">
                <a:ln>
                  <a:noFill/>
                </a:ln>
                <a:gradFill>
                  <a:gsLst>
                    <a:gs pos="21101">
                      <a:srgbClr val="000000"/>
                    </a:gs>
                    <a:gs pos="31193">
                      <a:srgbClr val="000000"/>
                    </a:gs>
                  </a:gsLst>
                  <a:path path="circle">
                    <a:fillToRect l="100000" t="100000"/>
                  </a:path>
                </a:gradFill>
                <a:effectLst/>
                <a:uLnTx/>
                <a:uFillTx/>
                <a:latin typeface="Segoe UI Semibold" panose="020B0502040204020203" pitchFamily="34" charset="0"/>
                <a:ea typeface="+mn-ea"/>
                <a:cs typeface="Segoe Sans Display Semibold" pitchFamily="2" charset="0"/>
              </a:rPr>
              <a:t>A managed hosted agent callable through the Responses API</a:t>
            </a:r>
          </a:p>
        </p:txBody>
      </p:sp>
    </p:spTree>
    <p:extLst>
      <p:ext uri="{BB962C8B-B14F-4D97-AF65-F5344CB8AC3E}">
        <p14:creationId xmlns:p14="http://schemas.microsoft.com/office/powerpoint/2010/main" val="1428960468"/>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200"/>
                                        <p:tgtEl>
                                          <p:spTgt spid="1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200"/>
                                        <p:tgtEl>
                                          <p:spTgt spid="16"/>
                                        </p:tgtEl>
                                      </p:cBhvr>
                                    </p:animEffect>
                                  </p:childTnLst>
                                </p:cTn>
                              </p:par>
                              <p:par>
                                <p:cTn id="11" presetID="10" presetClass="entr" presetSubtype="0" fill="hold" nodeType="withEffect">
                                  <p:stCondLst>
                                    <p:cond delay="400"/>
                                  </p:stCondLst>
                                  <p:childTnLst>
                                    <p:set>
                                      <p:cBhvr>
                                        <p:cTn id="12" dur="1" fill="hold">
                                          <p:stCondLst>
                                            <p:cond delay="0"/>
                                          </p:stCondLst>
                                        </p:cTn>
                                        <p:tgtEl>
                                          <p:spTgt spid="27"/>
                                        </p:tgtEl>
                                        <p:attrNameLst>
                                          <p:attrName>style.visibility</p:attrName>
                                        </p:attrNameLst>
                                      </p:cBhvr>
                                      <p:to>
                                        <p:strVal val="visible"/>
                                      </p:to>
                                    </p:set>
                                    <p:animEffect transition="in" filter="fade">
                                      <p:cBhvr>
                                        <p:cTn id="13" dur="200"/>
                                        <p:tgtEl>
                                          <p:spTgt spid="27"/>
                                        </p:tgtEl>
                                      </p:cBhvr>
                                    </p:animEffect>
                                  </p:childTnLst>
                                </p:cTn>
                              </p:par>
                              <p:par>
                                <p:cTn id="14" presetID="10" presetClass="entr" presetSubtype="0" fill="hold" grpId="0" nodeType="withEffect">
                                  <p:stCondLst>
                                    <p:cond delay="30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200"/>
                                        <p:tgtEl>
                                          <p:spTgt spid="14"/>
                                        </p:tgtEl>
                                      </p:cBhvr>
                                    </p:animEffect>
                                  </p:childTnLst>
                                </p:cTn>
                              </p:par>
                              <p:par>
                                <p:cTn id="17" presetID="10" presetClass="entr" presetSubtype="0" fill="hold" grpId="0" nodeType="withEffect">
                                  <p:stCondLst>
                                    <p:cond delay="400"/>
                                  </p:stCondLst>
                                  <p:childTnLst>
                                    <p:set>
                                      <p:cBhvr>
                                        <p:cTn id="18" dur="1" fill="hold">
                                          <p:stCondLst>
                                            <p:cond delay="0"/>
                                          </p:stCondLst>
                                        </p:cTn>
                                        <p:tgtEl>
                                          <p:spTgt spid="4"/>
                                        </p:tgtEl>
                                        <p:attrNameLst>
                                          <p:attrName>style.visibility</p:attrName>
                                        </p:attrNameLst>
                                      </p:cBhvr>
                                      <p:to>
                                        <p:strVal val="visible"/>
                                      </p:to>
                                    </p:set>
                                    <p:animEffect transition="in" filter="fade">
                                      <p:cBhvr>
                                        <p:cTn id="19" dur="200"/>
                                        <p:tgtEl>
                                          <p:spTgt spid="4"/>
                                        </p:tgtEl>
                                      </p:cBhvr>
                                    </p:animEffect>
                                  </p:childTnLst>
                                </p:cTn>
                              </p:par>
                              <p:par>
                                <p:cTn id="20" presetID="10" presetClass="entr" presetSubtype="0" fill="hold" nodeType="withEffect">
                                  <p:stCondLst>
                                    <p:cond delay="50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200"/>
                                        <p:tgtEl>
                                          <p:spTgt spid="30"/>
                                        </p:tgtEl>
                                      </p:cBhvr>
                                    </p:animEffect>
                                  </p:childTnLst>
                                </p:cTn>
                              </p:par>
                              <p:par>
                                <p:cTn id="23" presetID="10" presetClass="entr" presetSubtype="0" fill="hold" grpId="0" nodeType="withEffect">
                                  <p:stCondLst>
                                    <p:cond delay="50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200"/>
                                        <p:tgtEl>
                                          <p:spTgt spid="15"/>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
                                        </p:tgtEl>
                                        <p:attrNameLst>
                                          <p:attrName>style.visibility</p:attrName>
                                        </p:attrNameLst>
                                      </p:cBhvr>
                                      <p:to>
                                        <p:strVal val="visible"/>
                                      </p:to>
                                    </p:set>
                                    <p:animEffect transition="in" filter="fade">
                                      <p:cBhvr>
                                        <p:cTn id="28" dur="200"/>
                                        <p:tgtEl>
                                          <p:spTgt spid="2"/>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9"/>
                                        </p:tgtEl>
                                        <p:attrNameLst>
                                          <p:attrName>style.visibility</p:attrName>
                                        </p:attrNameLst>
                                      </p:cBhvr>
                                      <p:to>
                                        <p:strVal val="visible"/>
                                      </p:to>
                                    </p:set>
                                    <p:animEffect transition="in" filter="fade">
                                      <p:cBhvr>
                                        <p:cTn id="31" dur="200"/>
                                        <p:tgtEl>
                                          <p:spTgt spid="9"/>
                                        </p:tgtEl>
                                      </p:cBhvr>
                                    </p:animEffect>
                                  </p:childTnLst>
                                </p:cTn>
                              </p:par>
                              <p:par>
                                <p:cTn id="32" presetID="10" presetClass="entr" presetSubtype="0" fill="hold" grpId="0" nodeType="withEffect">
                                  <p:stCondLst>
                                    <p:cond delay="100"/>
                                  </p:stCondLst>
                                  <p:childTnLst>
                                    <p:set>
                                      <p:cBhvr>
                                        <p:cTn id="33" dur="1" fill="hold">
                                          <p:stCondLst>
                                            <p:cond delay="0"/>
                                          </p:stCondLst>
                                        </p:cTn>
                                        <p:tgtEl>
                                          <p:spTgt spid="20"/>
                                        </p:tgtEl>
                                        <p:attrNameLst>
                                          <p:attrName>style.visibility</p:attrName>
                                        </p:attrNameLst>
                                      </p:cBhvr>
                                      <p:to>
                                        <p:strVal val="visible"/>
                                      </p:to>
                                    </p:set>
                                    <p:animEffect transition="in" filter="fade">
                                      <p:cBhvr>
                                        <p:cTn id="34" dur="200"/>
                                        <p:tgtEl>
                                          <p:spTgt spid="20"/>
                                        </p:tgtEl>
                                      </p:cBhvr>
                                    </p:animEffect>
                                  </p:childTnLst>
                                </p:cTn>
                              </p:par>
                              <p:par>
                                <p:cTn id="35" presetID="10" presetClass="entr" presetSubtype="0" fill="hold" grpId="0" nodeType="withEffect">
                                  <p:stCondLst>
                                    <p:cond delay="100"/>
                                  </p:stCondLst>
                                  <p:childTnLst>
                                    <p:set>
                                      <p:cBhvr>
                                        <p:cTn id="36" dur="1" fill="hold">
                                          <p:stCondLst>
                                            <p:cond delay="0"/>
                                          </p:stCondLst>
                                        </p:cTn>
                                        <p:tgtEl>
                                          <p:spTgt spid="21"/>
                                        </p:tgtEl>
                                        <p:attrNameLst>
                                          <p:attrName>style.visibility</p:attrName>
                                        </p:attrNameLst>
                                      </p:cBhvr>
                                      <p:to>
                                        <p:strVal val="visible"/>
                                      </p:to>
                                    </p:set>
                                    <p:animEffect transition="in" filter="fade">
                                      <p:cBhvr>
                                        <p:cTn id="37" dur="2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9" grpId="0"/>
      <p:bldP spid="16" grpId="0" animBg="1"/>
      <p:bldP spid="17" grpId="0" animBg="1"/>
      <p:bldP spid="20" grpId="0"/>
      <p:bldP spid="21" grpId="0"/>
      <p:bldP spid="14" grpId="0"/>
      <p:bldP spid="4" grpId="0"/>
      <p:bldP spid="15"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030C71-CD2C-642B-EE7C-AB24BEC29015}"/>
              </a:ext>
            </a:extLst>
          </p:cNvPr>
          <p:cNvSpPr>
            <a:spLocks noGrp="1"/>
          </p:cNvSpPr>
          <p:nvPr>
            <p:ph type="title"/>
          </p:nvPr>
        </p:nvSpPr>
        <p:spPr>
          <a:xfrm>
            <a:off x="587375" y="457200"/>
            <a:ext cx="11017250" cy="554038"/>
          </a:xfrm>
        </p:spPr>
        <p:txBody>
          <a:bodyPr/>
          <a:lstStyle/>
          <a:p>
            <a:r>
              <a:rPr lang="en-CA" dirty="0"/>
              <a:t>What is Microsoft Foundry?</a:t>
            </a:r>
            <a:endParaRPr lang="en-US" dirty="0"/>
          </a:p>
        </p:txBody>
      </p:sp>
      <p:sp>
        <p:nvSpPr>
          <p:cNvPr id="4" name="TextBox 3">
            <a:extLst>
              <a:ext uri="{FF2B5EF4-FFF2-40B4-BE49-F238E27FC236}">
                <a16:creationId xmlns:a16="http://schemas.microsoft.com/office/drawing/2014/main" id="{19BC0197-ED76-93CC-D01B-DDC1EAAF3CF2}"/>
              </a:ext>
            </a:extLst>
          </p:cNvPr>
          <p:cNvSpPr txBox="1"/>
          <p:nvPr/>
        </p:nvSpPr>
        <p:spPr>
          <a:xfrm>
            <a:off x="587375" y="1047929"/>
            <a:ext cx="10881360" cy="381643"/>
          </a:xfrm>
          <a:prstGeom prst="rect">
            <a:avLst/>
          </a:prstGeom>
          <a:noFill/>
        </p:spPr>
        <p:txBody>
          <a:bodyPr wrap="square" lIns="36576" tIns="36576" rIns="36576" bIns="36576"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CA" sz="2000" b="0" i="0" u="none" strike="noStrike" kern="0" cap="none" spc="0" normalizeH="0" baseline="0" noProof="0" dirty="0">
                <a:ln>
                  <a:noFill/>
                </a:ln>
                <a:gradFill>
                  <a:gsLst>
                    <a:gs pos="32110">
                      <a:srgbClr val="000000"/>
                    </a:gs>
                    <a:gs pos="72000">
                      <a:srgbClr val="000000"/>
                    </a:gs>
                  </a:gsLst>
                  <a:lin ang="2700000" scaled="1"/>
                </a:gradFill>
                <a:effectLst/>
                <a:uLnTx/>
                <a:uFillTx/>
                <a:latin typeface="Segoe UI Semibold" panose="020B0502040204020203" pitchFamily="34" charset="0"/>
                <a:ea typeface="+mn-ea"/>
                <a:cs typeface="+mn-cs"/>
              </a:rPr>
              <a:t>A unified place to discover models and build, evaluate, and deploy AI applications</a:t>
            </a:r>
          </a:p>
        </p:txBody>
      </p:sp>
      <p:sp>
        <p:nvSpPr>
          <p:cNvPr id="23" name="Rounded Rectangle 22">
            <a:extLst>
              <a:ext uri="{FF2B5EF4-FFF2-40B4-BE49-F238E27FC236}">
                <a16:creationId xmlns:a16="http://schemas.microsoft.com/office/drawing/2014/main" id="{95DECB81-910E-E3C0-DF6E-BA14DA16645C}"/>
              </a:ext>
              <a:ext uri="{C183D7F6-B498-43B3-948B-1728B52AA6E4}">
                <adec:decorative xmlns:adec="http://schemas.microsoft.com/office/drawing/2017/decorative" val="1"/>
              </a:ext>
            </a:extLst>
          </p:cNvPr>
          <p:cNvSpPr/>
          <p:nvPr/>
        </p:nvSpPr>
        <p:spPr bwMode="auto">
          <a:xfrm>
            <a:off x="584200" y="1798553"/>
            <a:ext cx="3558285" cy="3469052"/>
          </a:xfrm>
          <a:prstGeom prst="roundRect">
            <a:avLst>
              <a:gd name="adj" fmla="val 9306"/>
            </a:avLst>
          </a:prstGeom>
          <a:solidFill>
            <a:srgbClr val="194449">
              <a:alpha val="10000"/>
            </a:srgbClr>
          </a:solidFill>
        </p:spPr>
        <p:txBody>
          <a:bodyPr wrap="square" lIns="0" tIns="0" rIns="0" bIns="45720" rtlCol="0" anchor="ctr" anchorCtr="0">
            <a:noAutofit/>
          </a:bodyPr>
          <a:lstStyle/>
          <a:p>
            <a:pPr marL="0" marR="0" lvl="0" indent="0" algn="ctr" defTabSz="2275850" rtl="0" eaLnBrk="1" fontAlgn="base" latinLnBrk="0" hangingPunct="1">
              <a:lnSpc>
                <a:spcPct val="100000"/>
              </a:lnSpc>
              <a:spcBef>
                <a:spcPts val="200"/>
              </a:spcBef>
              <a:spcAft>
                <a:spcPct val="0"/>
              </a:spcAft>
              <a:buClrTx/>
              <a:buSzTx/>
              <a:buFontTx/>
              <a:buNone/>
              <a:tabLst>
                <a:tab pos="3701239" algn="l"/>
              </a:tabLst>
              <a:defRPr/>
            </a:pPr>
            <a:endParaRPr kumimoji="0" lang="en-US" sz="1765" b="1" i="0" u="none" strike="noStrike" kern="1200" cap="none" spc="0" normalizeH="0" baseline="0" noProof="0">
              <a:ln w="3175">
                <a:noFill/>
              </a:ln>
              <a:gradFill>
                <a:gsLst>
                  <a:gs pos="22936">
                    <a:srgbClr val="000000"/>
                  </a:gs>
                  <a:gs pos="38000">
                    <a:srgbClr val="000000"/>
                  </a:gs>
                </a:gsLst>
                <a:path path="circle">
                  <a:fillToRect l="100000" t="100000"/>
                </a:path>
              </a:gradFill>
              <a:effectLst/>
              <a:uLnTx/>
              <a:uFillTx/>
              <a:latin typeface="Segoe UI Semibold" panose="020B0502040204020203" pitchFamily="34" charset="0"/>
              <a:ea typeface="+mn-ea"/>
              <a:cs typeface="Segoe UI" pitchFamily="34" charset="0"/>
            </a:endParaRPr>
          </a:p>
        </p:txBody>
      </p:sp>
      <p:sp>
        <p:nvSpPr>
          <p:cNvPr id="24" name="Rounded Rectangle 23">
            <a:extLst>
              <a:ext uri="{FF2B5EF4-FFF2-40B4-BE49-F238E27FC236}">
                <a16:creationId xmlns:a16="http://schemas.microsoft.com/office/drawing/2014/main" id="{CAED84DD-70FB-7D23-AF5F-FF11BA9644C8}"/>
              </a:ext>
              <a:ext uri="{C183D7F6-B498-43B3-948B-1728B52AA6E4}">
                <adec:decorative xmlns:adec="http://schemas.microsoft.com/office/drawing/2017/decorative" val="1"/>
              </a:ext>
            </a:extLst>
          </p:cNvPr>
          <p:cNvSpPr/>
          <p:nvPr/>
        </p:nvSpPr>
        <p:spPr bwMode="auto">
          <a:xfrm>
            <a:off x="4313683" y="1803748"/>
            <a:ext cx="3558285" cy="3469052"/>
          </a:xfrm>
          <a:prstGeom prst="roundRect">
            <a:avLst>
              <a:gd name="adj" fmla="val 9306"/>
            </a:avLst>
          </a:prstGeom>
          <a:solidFill>
            <a:srgbClr val="194449">
              <a:alpha val="10000"/>
            </a:srgbClr>
          </a:solidFill>
        </p:spPr>
        <p:txBody>
          <a:bodyPr wrap="square" lIns="0" tIns="0" rIns="0" bIns="45720" rtlCol="0" anchor="ctr" anchorCtr="0">
            <a:noAutofit/>
          </a:bodyPr>
          <a:lstStyle/>
          <a:p>
            <a:pPr marL="0" marR="0" lvl="0" indent="0" algn="ctr" defTabSz="2275850" rtl="0" eaLnBrk="1" fontAlgn="base" latinLnBrk="0" hangingPunct="1">
              <a:lnSpc>
                <a:spcPct val="100000"/>
              </a:lnSpc>
              <a:spcBef>
                <a:spcPts val="200"/>
              </a:spcBef>
              <a:spcAft>
                <a:spcPct val="0"/>
              </a:spcAft>
              <a:buClrTx/>
              <a:buSzTx/>
              <a:buFontTx/>
              <a:buNone/>
              <a:tabLst>
                <a:tab pos="3701239" algn="l"/>
              </a:tabLst>
              <a:defRPr/>
            </a:pPr>
            <a:endParaRPr kumimoji="0" lang="en-US" sz="1765" b="1" i="0" u="none" strike="noStrike" kern="1200" cap="none" spc="0" normalizeH="0" baseline="0" noProof="0" dirty="0">
              <a:ln w="3175">
                <a:noFill/>
              </a:ln>
              <a:gradFill>
                <a:gsLst>
                  <a:gs pos="22936">
                    <a:srgbClr val="000000"/>
                  </a:gs>
                  <a:gs pos="38000">
                    <a:srgbClr val="000000"/>
                  </a:gs>
                </a:gsLst>
                <a:path path="circle">
                  <a:fillToRect l="100000" t="100000"/>
                </a:path>
              </a:gradFill>
              <a:effectLst/>
              <a:uLnTx/>
              <a:uFillTx/>
              <a:latin typeface="Segoe UI Semibold" panose="020B0502040204020203" pitchFamily="34" charset="0"/>
              <a:ea typeface="+mn-ea"/>
              <a:cs typeface="Segoe UI" pitchFamily="34" charset="0"/>
            </a:endParaRPr>
          </a:p>
        </p:txBody>
      </p:sp>
      <p:sp>
        <p:nvSpPr>
          <p:cNvPr id="25" name="Rounded Rectangle 24">
            <a:extLst>
              <a:ext uri="{FF2B5EF4-FFF2-40B4-BE49-F238E27FC236}">
                <a16:creationId xmlns:a16="http://schemas.microsoft.com/office/drawing/2014/main" id="{EBFBA0F4-36F6-BFFA-4B72-848B1052F76C}"/>
              </a:ext>
              <a:ext uri="{C183D7F6-B498-43B3-948B-1728B52AA6E4}">
                <adec:decorative xmlns:adec="http://schemas.microsoft.com/office/drawing/2017/decorative" val="1"/>
              </a:ext>
            </a:extLst>
          </p:cNvPr>
          <p:cNvSpPr/>
          <p:nvPr/>
        </p:nvSpPr>
        <p:spPr bwMode="auto">
          <a:xfrm>
            <a:off x="8043165" y="1803748"/>
            <a:ext cx="3558285" cy="3469052"/>
          </a:xfrm>
          <a:prstGeom prst="roundRect">
            <a:avLst>
              <a:gd name="adj" fmla="val 9306"/>
            </a:avLst>
          </a:prstGeom>
          <a:solidFill>
            <a:srgbClr val="194449">
              <a:alpha val="10000"/>
            </a:srgbClr>
          </a:solidFill>
        </p:spPr>
        <p:txBody>
          <a:bodyPr wrap="square" lIns="0" tIns="0" rIns="0" bIns="45720" rtlCol="0" anchor="ctr" anchorCtr="0">
            <a:noAutofit/>
          </a:bodyPr>
          <a:lstStyle/>
          <a:p>
            <a:pPr marL="0" marR="0" lvl="0" indent="0" algn="ctr" defTabSz="2275850" rtl="0" eaLnBrk="1" fontAlgn="base" latinLnBrk="0" hangingPunct="1">
              <a:lnSpc>
                <a:spcPct val="100000"/>
              </a:lnSpc>
              <a:spcBef>
                <a:spcPts val="200"/>
              </a:spcBef>
              <a:spcAft>
                <a:spcPct val="0"/>
              </a:spcAft>
              <a:buClrTx/>
              <a:buSzTx/>
              <a:buFontTx/>
              <a:buNone/>
              <a:tabLst>
                <a:tab pos="3701239" algn="l"/>
              </a:tabLst>
              <a:defRPr/>
            </a:pPr>
            <a:endParaRPr kumimoji="0" lang="en-US" sz="1765" b="1" i="0" u="none" strike="noStrike" kern="1200" cap="none" spc="0" normalizeH="0" baseline="0" noProof="0">
              <a:ln w="3175">
                <a:noFill/>
              </a:ln>
              <a:gradFill>
                <a:gsLst>
                  <a:gs pos="22936">
                    <a:srgbClr val="000000"/>
                  </a:gs>
                  <a:gs pos="38000">
                    <a:srgbClr val="000000"/>
                  </a:gs>
                </a:gsLst>
                <a:path path="circle">
                  <a:fillToRect l="100000" t="100000"/>
                </a:path>
              </a:gradFill>
              <a:effectLst/>
              <a:uLnTx/>
              <a:uFillTx/>
              <a:latin typeface="Segoe UI Semibold" panose="020B0502040204020203" pitchFamily="34" charset="0"/>
              <a:ea typeface="+mn-ea"/>
              <a:cs typeface="Segoe UI" pitchFamily="34" charset="0"/>
            </a:endParaRPr>
          </a:p>
        </p:txBody>
      </p:sp>
      <p:sp>
        <p:nvSpPr>
          <p:cNvPr id="12" name="TextBox 11"/>
          <p:cNvSpPr txBox="1"/>
          <p:nvPr/>
        </p:nvSpPr>
        <p:spPr>
          <a:xfrm>
            <a:off x="877326" y="3003179"/>
            <a:ext cx="3208803" cy="566309"/>
          </a:xfrm>
          <a:prstGeom prst="rect">
            <a:avLst/>
          </a:prstGeom>
          <a:noFill/>
        </p:spPr>
        <p:txBody>
          <a:bodyPr wrap="square" lIns="36576" tIns="36576" rIns="36576" bIns="36576" anchor="t">
            <a:spAutoFit/>
          </a:bodyPr>
          <a:lstStyle/>
          <a:p>
            <a:pPr marL="0" marR="0" lvl="0" indent="0" algn="l" defTabSz="914437" rtl="0" eaLnBrk="1" fontAlgn="base" latinLnBrk="0" hangingPunct="1">
              <a:lnSpc>
                <a:spcPct val="100000"/>
              </a:lnSpc>
              <a:spcBef>
                <a:spcPct val="0"/>
              </a:spcBef>
              <a:spcAft>
                <a:spcPct val="0"/>
              </a:spcAft>
              <a:buClrTx/>
              <a:buSzTx/>
              <a:buFontTx/>
              <a:buNone/>
              <a:tabLst>
                <a:tab pos="1487158" algn="l"/>
              </a:tabLst>
              <a:defRPr/>
            </a:pPr>
            <a:r>
              <a:rPr kumimoji="0" sz="3200" b="1" i="0" u="none" strike="noStrike" kern="1200" cap="none" spc="0" normalizeH="0" baseline="0" noProof="0" dirty="0">
                <a:ln w="3175">
                  <a:noFill/>
                </a:ln>
                <a:solidFill>
                  <a:srgbClr val="000000"/>
                </a:solidFill>
                <a:effectLst/>
                <a:uLnTx/>
                <a:uFillTx/>
                <a:latin typeface="Segoe UI Semibold" panose="020B0502040204020203" pitchFamily="34" charset="0"/>
                <a:ea typeface="+mn-ea"/>
                <a:cs typeface="Segoe UI" pitchFamily="34" charset="0"/>
              </a:rPr>
              <a:t>Discover</a:t>
            </a:r>
          </a:p>
        </p:txBody>
      </p:sp>
      <p:sp>
        <p:nvSpPr>
          <p:cNvPr id="13" name="TextBox 12"/>
          <p:cNvSpPr txBox="1"/>
          <p:nvPr/>
        </p:nvSpPr>
        <p:spPr>
          <a:xfrm>
            <a:off x="877327" y="3752866"/>
            <a:ext cx="2680066" cy="1058751"/>
          </a:xfrm>
          <a:prstGeom prst="rect">
            <a:avLst/>
          </a:prstGeom>
          <a:noFill/>
        </p:spPr>
        <p:txBody>
          <a:bodyPr wrap="square" lIns="36576" tIns="36576" rIns="36576" bIns="36576"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600" b="1" i="0" u="none" strike="noStrike" kern="1200" cap="none" spc="0" normalizeH="0" baseline="0" noProof="0" dirty="0">
                <a:ln>
                  <a:noFill/>
                </a:ln>
                <a:gradFill>
                  <a:gsLst>
                    <a:gs pos="21101">
                      <a:srgbClr val="000000"/>
                    </a:gs>
                    <a:gs pos="31193">
                      <a:srgbClr val="000000"/>
                    </a:gs>
                  </a:gsLst>
                  <a:path path="circle">
                    <a:fillToRect l="100000" t="100000"/>
                  </a:path>
                </a:gradFill>
                <a:effectLst/>
                <a:uLnTx/>
                <a:uFillTx/>
                <a:latin typeface="Segoe UI Semibold" panose="020B0502040204020203" pitchFamily="34" charset="0"/>
                <a:ea typeface="+mn-ea"/>
                <a:cs typeface="Segoe Sans Display Semibold" pitchFamily="2" charset="0"/>
              </a:rPr>
              <a:t>Browse hosted models from multiple publishers and compare capabilities in the model catalog</a:t>
            </a:r>
          </a:p>
        </p:txBody>
      </p:sp>
      <p:grpSp>
        <p:nvGrpSpPr>
          <p:cNvPr id="44" name="Group 43">
            <a:extLst>
              <a:ext uri="{FF2B5EF4-FFF2-40B4-BE49-F238E27FC236}">
                <a16:creationId xmlns:a16="http://schemas.microsoft.com/office/drawing/2014/main" id="{2FE38DEE-6C0E-DC52-97BF-E2DB452F09FF}"/>
              </a:ext>
              <a:ext uri="{C183D7F6-B498-43B3-948B-1728B52AA6E4}">
                <adec:decorative xmlns:adec="http://schemas.microsoft.com/office/drawing/2017/decorative" val="1"/>
              </a:ext>
            </a:extLst>
          </p:cNvPr>
          <p:cNvGrpSpPr/>
          <p:nvPr/>
        </p:nvGrpSpPr>
        <p:grpSpPr>
          <a:xfrm>
            <a:off x="4577686" y="2061755"/>
            <a:ext cx="754336" cy="754336"/>
            <a:chOff x="4577685" y="2091675"/>
            <a:chExt cx="977560" cy="977560"/>
          </a:xfrm>
        </p:grpSpPr>
        <p:sp>
          <p:nvSpPr>
            <p:cNvPr id="31" name="Oval 30">
              <a:extLst>
                <a:ext uri="{FF2B5EF4-FFF2-40B4-BE49-F238E27FC236}">
                  <a16:creationId xmlns:a16="http://schemas.microsoft.com/office/drawing/2014/main" id="{323D68B9-D661-4BB5-B040-0B4D8FA752B4}"/>
                </a:ext>
                <a:ext uri="{C183D7F6-B498-43B3-948B-1728B52AA6E4}">
                  <adec:decorative xmlns:adec="http://schemas.microsoft.com/office/drawing/2017/decorative" val="1"/>
                </a:ext>
              </a:extLst>
            </p:cNvPr>
            <p:cNvSpPr/>
            <p:nvPr/>
          </p:nvSpPr>
          <p:spPr bwMode="auto">
            <a:xfrm>
              <a:off x="4577685" y="2091675"/>
              <a:ext cx="977560" cy="977560"/>
            </a:xfrm>
            <a:prstGeom prst="ellipse">
              <a:avLst/>
            </a:prstGeom>
            <a:gradFill>
              <a:gsLst>
                <a:gs pos="0">
                  <a:srgbClr val="7FC0E6"/>
                </a:gs>
                <a:gs pos="100000">
                  <a:srgbClr val="B9DCD2"/>
                </a:gs>
                <a:gs pos="35000">
                  <a:srgbClr val="8DC8E8"/>
                </a:gs>
              </a:gsLst>
              <a:lin ang="3600000" scaled="0"/>
            </a:gradFill>
            <a:ln w="15875" cap="rnd">
              <a:noFill/>
              <a:prstDash val="solid"/>
              <a:round/>
            </a:ln>
            <a:effectLst/>
          </p:spPr>
          <p:txBody>
            <a:bodyPr rot="0" spcFirstLastPara="0" vertOverflow="overflow" horzOverflow="overflow" vert="horz" wrap="square" lIns="914400" tIns="261257" rIns="914400" bIns="391886" numCol="1" spcCol="0" rtlCol="0" fromWordArt="0" anchor="ctr" anchorCtr="0" forceAA="0" compatLnSpc="1">
              <a:prstTxWarp prst="textNoShape">
                <a:avLst/>
              </a:prstTxWarp>
              <a:noAutofit/>
            </a:bodyPr>
            <a:lstStyle/>
            <a:p>
              <a:pPr marL="0" marR="0" lvl="0" indent="0" algn="ctr" defTabSz="3448206" rtl="0" eaLnBrk="1" fontAlgn="auto" latinLnBrk="0" hangingPunct="1">
                <a:lnSpc>
                  <a:spcPct val="100000"/>
                </a:lnSpc>
                <a:spcBef>
                  <a:spcPts val="1206"/>
                </a:spcBef>
                <a:spcAft>
                  <a:spcPts val="0"/>
                </a:spcAft>
                <a:buClrTx/>
                <a:buSzTx/>
                <a:buFontTx/>
                <a:buNone/>
                <a:tabLst>
                  <a:tab pos="5666852" algn="l"/>
                </a:tabLst>
                <a:defRPr/>
              </a:pPr>
              <a:endParaRPr kumimoji="0" lang="en-US" sz="5143" b="1" i="0" u="none" strike="noStrike" kern="1200" cap="none" spc="0" normalizeH="0" baseline="0" noProof="0">
                <a:ln w="3175">
                  <a:noFill/>
                </a:ln>
                <a:gradFill flip="none" rotWithShape="1">
                  <a:gsLst>
                    <a:gs pos="20183">
                      <a:srgbClr val="FFFFFF"/>
                    </a:gs>
                    <a:gs pos="42000">
                      <a:srgbClr val="FFFFFF"/>
                    </a:gs>
                  </a:gsLst>
                  <a:lin ang="2700000" scaled="0"/>
                  <a:tileRect/>
                </a:gradFill>
                <a:effectLst/>
                <a:uLnTx/>
                <a:uFillTx/>
                <a:latin typeface="Segoe UI Semibold" panose="020B0502040204020203" pitchFamily="34" charset="0"/>
                <a:ea typeface="+mn-ea"/>
                <a:cs typeface="Segoe Sans Display Semibold" pitchFamily="2" charset="0"/>
              </a:endParaRPr>
            </a:p>
          </p:txBody>
        </p:sp>
        <p:pic>
          <p:nvPicPr>
            <p:cNvPr id="39" name="Graphic 38">
              <a:extLst>
                <a:ext uri="{FF2B5EF4-FFF2-40B4-BE49-F238E27FC236}">
                  <a16:creationId xmlns:a16="http://schemas.microsoft.com/office/drawing/2014/main" id="{6C9BD392-4BBB-C712-759E-84FA54E22E1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821289" y="2335279"/>
              <a:ext cx="490352" cy="490352"/>
            </a:xfrm>
            <a:prstGeom prst="rect">
              <a:avLst/>
            </a:prstGeom>
          </p:spPr>
        </p:pic>
      </p:grpSp>
      <p:sp>
        <p:nvSpPr>
          <p:cNvPr id="16" name="TextBox 15"/>
          <p:cNvSpPr txBox="1"/>
          <p:nvPr/>
        </p:nvSpPr>
        <p:spPr>
          <a:xfrm>
            <a:off x="4606809" y="3003179"/>
            <a:ext cx="3208803" cy="566309"/>
          </a:xfrm>
          <a:prstGeom prst="rect">
            <a:avLst/>
          </a:prstGeom>
          <a:noFill/>
        </p:spPr>
        <p:txBody>
          <a:bodyPr wrap="square" lIns="36576" tIns="36576" rIns="36576" bIns="36576" anchor="t">
            <a:spAutoFit/>
          </a:bodyPr>
          <a:lstStyle/>
          <a:p>
            <a:pPr marL="0" marR="0" lvl="0" indent="0" algn="l" defTabSz="914437" rtl="0" eaLnBrk="1" fontAlgn="base" latinLnBrk="0" hangingPunct="1">
              <a:lnSpc>
                <a:spcPct val="100000"/>
              </a:lnSpc>
              <a:spcBef>
                <a:spcPct val="0"/>
              </a:spcBef>
              <a:spcAft>
                <a:spcPct val="0"/>
              </a:spcAft>
              <a:buClrTx/>
              <a:buSzTx/>
              <a:buFontTx/>
              <a:buNone/>
              <a:tabLst>
                <a:tab pos="1487158" algn="l"/>
              </a:tabLst>
              <a:defRPr/>
            </a:pPr>
            <a:r>
              <a:rPr kumimoji="0" sz="3200" b="1" i="0" u="none" strike="noStrike" kern="1200" cap="none" spc="0" normalizeH="0" baseline="0" noProof="0" dirty="0">
                <a:ln w="3175">
                  <a:noFill/>
                </a:ln>
                <a:solidFill>
                  <a:srgbClr val="000000"/>
                </a:solidFill>
                <a:effectLst/>
                <a:uLnTx/>
                <a:uFillTx/>
                <a:latin typeface="Segoe UI Semibold" panose="020B0502040204020203" pitchFamily="34" charset="0"/>
                <a:ea typeface="+mn-ea"/>
                <a:cs typeface="Segoe UI" pitchFamily="34" charset="0"/>
              </a:rPr>
              <a:t>Build</a:t>
            </a:r>
          </a:p>
        </p:txBody>
      </p:sp>
      <p:sp>
        <p:nvSpPr>
          <p:cNvPr id="17" name="TextBox 16"/>
          <p:cNvSpPr txBox="1"/>
          <p:nvPr/>
        </p:nvSpPr>
        <p:spPr>
          <a:xfrm>
            <a:off x="4606810" y="3752866"/>
            <a:ext cx="2900558" cy="1058751"/>
          </a:xfrm>
          <a:prstGeom prst="rect">
            <a:avLst/>
          </a:prstGeom>
          <a:noFill/>
        </p:spPr>
        <p:txBody>
          <a:bodyPr wrap="square" lIns="36576" tIns="36576" rIns="36576" bIns="36576"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600" b="1" i="0" u="none" strike="noStrike" kern="1200" cap="none" spc="0" normalizeH="0" baseline="0" noProof="0" dirty="0">
                <a:ln>
                  <a:noFill/>
                </a:ln>
                <a:gradFill>
                  <a:gsLst>
                    <a:gs pos="21101">
                      <a:srgbClr val="000000"/>
                    </a:gs>
                    <a:gs pos="31193">
                      <a:srgbClr val="000000"/>
                    </a:gs>
                  </a:gsLst>
                  <a:path path="circle">
                    <a:fillToRect l="100000" t="100000"/>
                  </a:path>
                </a:gradFill>
                <a:effectLst/>
                <a:uLnTx/>
                <a:uFillTx/>
                <a:latin typeface="Segoe UI Semibold" panose="020B0502040204020203" pitchFamily="34" charset="0"/>
                <a:ea typeface="+mn-ea"/>
                <a:cs typeface="Segoe Sans Display Semibold" pitchFamily="2" charset="0"/>
              </a:rPr>
              <a:t>Use identity-based authentication and </a:t>
            </a:r>
            <a:br>
              <a:rPr kumimoji="0" lang="en-CA" sz="1600" b="1" i="0" u="none" strike="noStrike" kern="1200" cap="none" spc="0" normalizeH="0" baseline="0" noProof="0" dirty="0">
                <a:ln>
                  <a:noFill/>
                </a:ln>
                <a:gradFill>
                  <a:gsLst>
                    <a:gs pos="21101">
                      <a:srgbClr val="000000"/>
                    </a:gs>
                    <a:gs pos="31193">
                      <a:srgbClr val="000000"/>
                    </a:gs>
                  </a:gsLst>
                  <a:path path="circle">
                    <a:fillToRect l="100000" t="100000"/>
                  </a:path>
                </a:gradFill>
                <a:effectLst/>
                <a:uLnTx/>
                <a:uFillTx/>
                <a:latin typeface="Segoe UI Semibold" panose="020B0502040204020203" pitchFamily="34" charset="0"/>
                <a:ea typeface="+mn-ea"/>
                <a:cs typeface="Segoe Sans Display Semibold" pitchFamily="2" charset="0"/>
              </a:rPr>
            </a:br>
            <a:r>
              <a:rPr kumimoji="0" sz="1600" b="1" i="0" u="none" strike="noStrike" kern="1200" cap="none" spc="0" normalizeH="0" baseline="0" noProof="0" dirty="0">
                <a:ln>
                  <a:noFill/>
                </a:ln>
                <a:gradFill>
                  <a:gsLst>
                    <a:gs pos="21101">
                      <a:srgbClr val="000000"/>
                    </a:gs>
                    <a:gs pos="31193">
                      <a:srgbClr val="000000"/>
                    </a:gs>
                  </a:gsLst>
                  <a:path path="circle">
                    <a:fillToRect l="100000" t="100000"/>
                  </a:path>
                </a:gradFill>
                <a:effectLst/>
                <a:uLnTx/>
                <a:uFillTx/>
                <a:latin typeface="Segoe UI Semibold" panose="020B0502040204020203" pitchFamily="34" charset="0"/>
                <a:ea typeface="+mn-ea"/>
                <a:cs typeface="Segoe Sans Display Semibold" pitchFamily="2" charset="0"/>
              </a:rPr>
              <a:t>OpenAI-compatible APIs from your application code</a:t>
            </a:r>
          </a:p>
        </p:txBody>
      </p:sp>
      <p:grpSp>
        <p:nvGrpSpPr>
          <p:cNvPr id="45" name="Group 44">
            <a:extLst>
              <a:ext uri="{FF2B5EF4-FFF2-40B4-BE49-F238E27FC236}">
                <a16:creationId xmlns:a16="http://schemas.microsoft.com/office/drawing/2014/main" id="{28AEAC1D-8F04-E2C4-C1EF-004B6BF17B2F}"/>
              </a:ext>
              <a:ext uri="{C183D7F6-B498-43B3-948B-1728B52AA6E4}">
                <adec:decorative xmlns:adec="http://schemas.microsoft.com/office/drawing/2017/decorative" val="1"/>
              </a:ext>
            </a:extLst>
          </p:cNvPr>
          <p:cNvGrpSpPr/>
          <p:nvPr/>
        </p:nvGrpSpPr>
        <p:grpSpPr>
          <a:xfrm>
            <a:off x="8342164" y="2061755"/>
            <a:ext cx="754336" cy="754336"/>
            <a:chOff x="8342163" y="2091675"/>
            <a:chExt cx="977560" cy="977560"/>
          </a:xfrm>
        </p:grpSpPr>
        <p:sp>
          <p:nvSpPr>
            <p:cNvPr id="34" name="Oval 33">
              <a:extLst>
                <a:ext uri="{FF2B5EF4-FFF2-40B4-BE49-F238E27FC236}">
                  <a16:creationId xmlns:a16="http://schemas.microsoft.com/office/drawing/2014/main" id="{767867E4-DDF7-7AD9-E88A-4C9B4B4CB5D9}"/>
                </a:ext>
                <a:ext uri="{C183D7F6-B498-43B3-948B-1728B52AA6E4}">
                  <adec:decorative xmlns:adec="http://schemas.microsoft.com/office/drawing/2017/decorative" val="1"/>
                </a:ext>
              </a:extLst>
            </p:cNvPr>
            <p:cNvSpPr/>
            <p:nvPr/>
          </p:nvSpPr>
          <p:spPr bwMode="auto">
            <a:xfrm>
              <a:off x="8342163" y="2091675"/>
              <a:ext cx="977560" cy="977560"/>
            </a:xfrm>
            <a:prstGeom prst="ellipse">
              <a:avLst/>
            </a:prstGeom>
            <a:gradFill>
              <a:gsLst>
                <a:gs pos="0">
                  <a:srgbClr val="7FC0E6"/>
                </a:gs>
                <a:gs pos="100000">
                  <a:srgbClr val="B9DCD2"/>
                </a:gs>
                <a:gs pos="35000">
                  <a:srgbClr val="8DC8E8"/>
                </a:gs>
              </a:gsLst>
              <a:lin ang="3600000" scaled="0"/>
            </a:gradFill>
            <a:ln w="15875" cap="rnd">
              <a:noFill/>
              <a:prstDash val="solid"/>
              <a:round/>
            </a:ln>
            <a:effectLst/>
          </p:spPr>
          <p:txBody>
            <a:bodyPr rot="0" spcFirstLastPara="0" vertOverflow="overflow" horzOverflow="overflow" vert="horz" wrap="square" lIns="914400" tIns="261257" rIns="914400" bIns="391886" numCol="1" spcCol="0" rtlCol="0" fromWordArt="0" anchor="ctr" anchorCtr="0" forceAA="0" compatLnSpc="1">
              <a:prstTxWarp prst="textNoShape">
                <a:avLst/>
              </a:prstTxWarp>
              <a:noAutofit/>
            </a:bodyPr>
            <a:lstStyle/>
            <a:p>
              <a:pPr marL="0" marR="0" lvl="0" indent="0" algn="ctr" defTabSz="3448206" rtl="0" eaLnBrk="1" fontAlgn="auto" latinLnBrk="0" hangingPunct="1">
                <a:lnSpc>
                  <a:spcPct val="100000"/>
                </a:lnSpc>
                <a:spcBef>
                  <a:spcPts val="1206"/>
                </a:spcBef>
                <a:spcAft>
                  <a:spcPts val="0"/>
                </a:spcAft>
                <a:buClrTx/>
                <a:buSzTx/>
                <a:buFontTx/>
                <a:buNone/>
                <a:tabLst>
                  <a:tab pos="5666852" algn="l"/>
                </a:tabLst>
                <a:defRPr/>
              </a:pPr>
              <a:endParaRPr kumimoji="0" lang="en-US" sz="5143" b="1" i="0" u="none" strike="noStrike" kern="1200" cap="none" spc="0" normalizeH="0" baseline="0" noProof="0">
                <a:ln w="3175">
                  <a:noFill/>
                </a:ln>
                <a:gradFill flip="none" rotWithShape="1">
                  <a:gsLst>
                    <a:gs pos="20183">
                      <a:srgbClr val="FFFFFF"/>
                    </a:gs>
                    <a:gs pos="42000">
                      <a:srgbClr val="FFFFFF"/>
                    </a:gs>
                  </a:gsLst>
                  <a:lin ang="2700000" scaled="0"/>
                  <a:tileRect/>
                </a:gradFill>
                <a:effectLst/>
                <a:uLnTx/>
                <a:uFillTx/>
                <a:latin typeface="Segoe UI Semibold" panose="020B0502040204020203" pitchFamily="34" charset="0"/>
                <a:ea typeface="+mn-ea"/>
                <a:cs typeface="Segoe Sans Display Semibold" pitchFamily="2" charset="0"/>
              </a:endParaRPr>
            </a:p>
          </p:txBody>
        </p:sp>
        <p:pic>
          <p:nvPicPr>
            <p:cNvPr id="37" name="Graphic 36">
              <a:extLst>
                <a:ext uri="{FF2B5EF4-FFF2-40B4-BE49-F238E27FC236}">
                  <a16:creationId xmlns:a16="http://schemas.microsoft.com/office/drawing/2014/main" id="{2C01EB16-F54C-8717-28F2-EA3AD15FCAB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585767" y="2335279"/>
              <a:ext cx="490352" cy="490352"/>
            </a:xfrm>
            <a:prstGeom prst="rect">
              <a:avLst/>
            </a:prstGeom>
          </p:spPr>
        </p:pic>
      </p:grpSp>
      <p:sp>
        <p:nvSpPr>
          <p:cNvPr id="20" name="TextBox 19"/>
          <p:cNvSpPr txBox="1"/>
          <p:nvPr/>
        </p:nvSpPr>
        <p:spPr>
          <a:xfrm>
            <a:off x="8323303" y="3003179"/>
            <a:ext cx="2435556" cy="566309"/>
          </a:xfrm>
          <a:prstGeom prst="rect">
            <a:avLst/>
          </a:prstGeom>
          <a:noFill/>
        </p:spPr>
        <p:txBody>
          <a:bodyPr wrap="square" lIns="36576" tIns="36576" rIns="36576" bIns="36576" anchor="t">
            <a:spAutoFit/>
          </a:bodyPr>
          <a:lstStyle/>
          <a:p>
            <a:pPr marL="0" marR="0" lvl="0" indent="0" algn="l" defTabSz="914437" rtl="0" eaLnBrk="1" fontAlgn="base" latinLnBrk="0" hangingPunct="1">
              <a:lnSpc>
                <a:spcPct val="100000"/>
              </a:lnSpc>
              <a:spcBef>
                <a:spcPct val="0"/>
              </a:spcBef>
              <a:spcAft>
                <a:spcPct val="0"/>
              </a:spcAft>
              <a:buClrTx/>
              <a:buSzTx/>
              <a:buFontTx/>
              <a:buNone/>
              <a:tabLst>
                <a:tab pos="1487158" algn="l"/>
              </a:tabLst>
              <a:defRPr/>
            </a:pPr>
            <a:r>
              <a:rPr kumimoji="0" sz="3200" b="1" i="0" u="none" strike="noStrike" kern="1200" cap="none" spc="0" normalizeH="0" baseline="0" noProof="0" dirty="0">
                <a:ln w="3175">
                  <a:noFill/>
                </a:ln>
                <a:solidFill>
                  <a:srgbClr val="000000"/>
                </a:solidFill>
                <a:effectLst/>
                <a:uLnTx/>
                <a:uFillTx/>
                <a:latin typeface="Segoe UI Semibold" panose="020B0502040204020203" pitchFamily="34" charset="0"/>
                <a:ea typeface="+mn-ea"/>
                <a:cs typeface="Segoe UI" pitchFamily="34" charset="0"/>
              </a:rPr>
              <a:t>Deploy</a:t>
            </a:r>
          </a:p>
        </p:txBody>
      </p:sp>
      <p:sp>
        <p:nvSpPr>
          <p:cNvPr id="21" name="TextBox 20"/>
          <p:cNvSpPr txBox="1"/>
          <p:nvPr/>
        </p:nvSpPr>
        <p:spPr>
          <a:xfrm>
            <a:off x="8323303" y="3752866"/>
            <a:ext cx="3145432" cy="812530"/>
          </a:xfrm>
          <a:prstGeom prst="rect">
            <a:avLst/>
          </a:prstGeom>
          <a:noFill/>
        </p:spPr>
        <p:txBody>
          <a:bodyPr wrap="square" lIns="36576" tIns="36576" rIns="36576" bIns="36576"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600" b="1" i="0" u="none" strike="noStrike" kern="1200" cap="none" spc="0" normalizeH="0" baseline="0" noProof="0" dirty="0">
                <a:ln>
                  <a:noFill/>
                </a:ln>
                <a:gradFill>
                  <a:gsLst>
                    <a:gs pos="21101">
                      <a:srgbClr val="000000"/>
                    </a:gs>
                    <a:gs pos="31193">
                      <a:srgbClr val="000000"/>
                    </a:gs>
                  </a:gsLst>
                  <a:path path="circle">
                    <a:fillToRect l="100000" t="100000"/>
                  </a:path>
                </a:gradFill>
                <a:effectLst/>
                <a:uLnTx/>
                <a:uFillTx/>
                <a:latin typeface="Segoe UI Semibold" panose="020B0502040204020203" pitchFamily="34" charset="0"/>
                <a:ea typeface="+mn-ea"/>
                <a:cs typeface="Segoe Sans Display Semibold" pitchFamily="2" charset="0"/>
              </a:rPr>
              <a:t>Publish agent code to a managed runtime with identity, scaling, and observability</a:t>
            </a:r>
          </a:p>
        </p:txBody>
      </p:sp>
      <p:grpSp>
        <p:nvGrpSpPr>
          <p:cNvPr id="49" name="Group 48">
            <a:extLst>
              <a:ext uri="{FF2B5EF4-FFF2-40B4-BE49-F238E27FC236}">
                <a16:creationId xmlns:a16="http://schemas.microsoft.com/office/drawing/2014/main" id="{DD916110-86D3-E29A-3E3F-10FB2876EF43}"/>
              </a:ext>
              <a:ext uri="{C183D7F6-B498-43B3-948B-1728B52AA6E4}">
                <adec:decorative xmlns:adec="http://schemas.microsoft.com/office/drawing/2017/decorative" val="1"/>
              </a:ext>
            </a:extLst>
          </p:cNvPr>
          <p:cNvGrpSpPr/>
          <p:nvPr/>
        </p:nvGrpSpPr>
        <p:grpSpPr>
          <a:xfrm>
            <a:off x="584200" y="5550366"/>
            <a:ext cx="10149840" cy="381643"/>
            <a:chOff x="584200" y="5550366"/>
            <a:chExt cx="10149840" cy="381643"/>
          </a:xfrm>
        </p:grpSpPr>
        <p:sp>
          <p:nvSpPr>
            <p:cNvPr id="22" name="TextBox 21"/>
            <p:cNvSpPr txBox="1"/>
            <p:nvPr/>
          </p:nvSpPr>
          <p:spPr>
            <a:xfrm>
              <a:off x="584200" y="5550366"/>
              <a:ext cx="10149840" cy="381643"/>
            </a:xfrm>
            <a:prstGeom prst="rect">
              <a:avLst/>
            </a:prstGeom>
            <a:noFill/>
          </p:spPr>
          <p:txBody>
            <a:bodyPr wrap="square" lIns="36576" tIns="36576" rIns="36576" bIns="36576" anchor="t">
              <a:spAutoFit/>
            </a:bodyPr>
            <a:lstStyle/>
            <a:p>
              <a:pPr marL="0" marR="0" lvl="1" indent="0" algn="l" defTabSz="712817" rtl="0" eaLnBrk="1" fontAlgn="auto" latinLnBrk="0" hangingPunct="1">
                <a:lnSpc>
                  <a:spcPct val="100000"/>
                </a:lnSpc>
                <a:spcBef>
                  <a:spcPts val="1800"/>
                </a:spcBef>
                <a:spcAft>
                  <a:spcPts val="0"/>
                </a:spcAft>
                <a:buClrTx/>
                <a:buSzTx/>
                <a:buFontTx/>
                <a:buNone/>
                <a:tabLst/>
                <a:defRPr/>
              </a:pPr>
              <a:r>
                <a:rPr sz="2000" b="1" spc="-50" dirty="0">
                  <a:ln w="3175">
                    <a:noFill/>
                  </a:ln>
                  <a:gradFill flip="none" rotWithShape="1">
                    <a:gsLst>
                      <a:gs pos="0">
                        <a:srgbClr val="175B9C"/>
                      </a:gs>
                      <a:gs pos="41000">
                        <a:srgbClr val="87ADA2"/>
                      </a:gs>
                      <a:gs pos="21000">
                        <a:srgbClr val="0078D4"/>
                      </a:gs>
                    </a:gsLst>
                    <a:path path="circle">
                      <a:fillToRect t="100000" r="100000"/>
                    </a:path>
                    <a:tileRect l="-100000" b="-100000"/>
                  </a:gradFill>
                  <a:latin typeface="Segoe UI Semibold" panose="020B0502040204020203" pitchFamily="34" charset="0"/>
                  <a:cs typeface="Segoe UI" pitchFamily="34" charset="0"/>
                </a:rPr>
                <a:t>In this </a:t>
              </a:r>
              <a:r>
                <a:rPr lang="en-US" sz="2000" b="1" spc="-50" dirty="0">
                  <a:ln w="3175">
                    <a:noFill/>
                  </a:ln>
                  <a:gradFill flip="none" rotWithShape="1">
                    <a:gsLst>
                      <a:gs pos="0">
                        <a:srgbClr val="175B9C"/>
                      </a:gs>
                      <a:gs pos="41000">
                        <a:srgbClr val="87ADA2"/>
                      </a:gs>
                      <a:gs pos="21000">
                        <a:srgbClr val="0078D4"/>
                      </a:gs>
                    </a:gsLst>
                    <a:path path="circle">
                      <a:fillToRect t="100000" r="100000"/>
                    </a:path>
                    <a:tileRect l="-100000" b="-100000"/>
                  </a:gradFill>
                  <a:latin typeface="Segoe UI Semibold" panose="020B0502040204020203" pitchFamily="34" charset="0"/>
                  <a:cs typeface="Segoe UI" pitchFamily="34" charset="0"/>
                </a:rPr>
                <a:t>lab</a:t>
              </a:r>
              <a:r>
                <a:rPr lang="en-CA" sz="2000" b="1" spc="-50" dirty="0">
                  <a:ln w="3175">
                    <a:noFill/>
                  </a:ln>
                  <a:gradFill flip="none" rotWithShape="1">
                    <a:gsLst>
                      <a:gs pos="0">
                        <a:srgbClr val="175B9C"/>
                      </a:gs>
                      <a:gs pos="41000">
                        <a:srgbClr val="87ADA2"/>
                      </a:gs>
                      <a:gs pos="21000">
                        <a:srgbClr val="0078D4"/>
                      </a:gs>
                    </a:gsLst>
                    <a:path path="circle">
                      <a:fillToRect t="100000" r="100000"/>
                    </a:path>
                    <a:tileRect l="-100000" b="-100000"/>
                  </a:gradFill>
                  <a:latin typeface="Segoe UI Semibold" panose="020B0502040204020203" pitchFamily="34" charset="0"/>
                  <a:cs typeface="Segoe UI" pitchFamily="34" charset="0"/>
                </a:rPr>
                <a:t>: </a:t>
              </a:r>
              <a:r>
                <a:rPr kumimoji="0" lang="en-CA" sz="2000" b="1" i="0" u="none" strike="noStrike" kern="1200" cap="none" spc="0" normalizeH="0" baseline="0" noProof="0" dirty="0">
                  <a:ln>
                    <a:noFill/>
                  </a:ln>
                  <a:gradFill>
                    <a:gsLst>
                      <a:gs pos="22936">
                        <a:srgbClr val="000000"/>
                      </a:gs>
                      <a:gs pos="38000">
                        <a:srgbClr val="000000"/>
                      </a:gs>
                    </a:gsLst>
                    <a:path path="circle">
                      <a:fillToRect l="100000" t="100000"/>
                    </a:path>
                  </a:gradFill>
                  <a:effectLst/>
                  <a:uLnTx/>
                  <a:uFillTx/>
                  <a:latin typeface="Segoe UI Semibold" panose="020B0502040204020203" pitchFamily="34" charset="0"/>
                  <a:ea typeface="+mn-ea"/>
                  <a:cs typeface="+mn-cs"/>
                </a:rPr>
                <a:t>H</a:t>
              </a:r>
              <a:r>
                <a:rPr kumimoji="0" sz="2000" b="1" i="0" u="none" strike="noStrike" kern="1200" cap="none" spc="0" normalizeH="0" baseline="0" noProof="0" dirty="0" err="1">
                  <a:ln>
                    <a:noFill/>
                  </a:ln>
                  <a:gradFill>
                    <a:gsLst>
                      <a:gs pos="22936">
                        <a:srgbClr val="000000"/>
                      </a:gs>
                      <a:gs pos="38000">
                        <a:srgbClr val="000000"/>
                      </a:gs>
                    </a:gsLst>
                    <a:path path="circle">
                      <a:fillToRect l="100000" t="100000"/>
                    </a:path>
                  </a:gradFill>
                  <a:effectLst/>
                  <a:uLnTx/>
                  <a:uFillTx/>
                  <a:latin typeface="Segoe UI Semibold" panose="020B0502040204020203" pitchFamily="34" charset="0"/>
                  <a:ea typeface="+mn-ea"/>
                  <a:cs typeface="+mn-cs"/>
                </a:rPr>
                <a:t>osted</a:t>
              </a:r>
              <a:r>
                <a:rPr kumimoji="0" sz="2000" b="1" i="0" u="none" strike="noStrike" kern="1200" cap="none" spc="0" normalizeH="0" baseline="0" noProof="0" dirty="0">
                  <a:ln>
                    <a:noFill/>
                  </a:ln>
                  <a:gradFill>
                    <a:gsLst>
                      <a:gs pos="22936">
                        <a:srgbClr val="000000"/>
                      </a:gs>
                      <a:gs pos="38000">
                        <a:srgbClr val="000000"/>
                      </a:gs>
                    </a:gsLst>
                    <a:path path="circle">
                      <a:fillToRect l="100000" t="100000"/>
                    </a:path>
                  </a:gradFill>
                  <a:effectLst/>
                  <a:uLnTx/>
                  <a:uFillTx/>
                  <a:latin typeface="Segoe UI Semibold" panose="020B0502040204020203" pitchFamily="34" charset="0"/>
                  <a:ea typeface="+mn-ea"/>
                  <a:cs typeface="+mn-cs"/>
                </a:rPr>
                <a:t> model </a:t>
              </a:r>
              <a:r>
                <a:rPr kumimoji="0" lang="en-CA" sz="2000" b="1" i="0" u="none" strike="noStrike" kern="1200" cap="none" spc="0" normalizeH="0" baseline="0" noProof="0" dirty="0">
                  <a:ln>
                    <a:noFill/>
                  </a:ln>
                  <a:gradFill>
                    <a:gsLst>
                      <a:gs pos="22936">
                        <a:srgbClr val="000000"/>
                      </a:gs>
                      <a:gs pos="38000">
                        <a:srgbClr val="000000"/>
                      </a:gs>
                    </a:gsLst>
                    <a:path path="circle">
                      <a:fillToRect l="100000" t="100000"/>
                    </a:path>
                  </a:gradFill>
                  <a:effectLst/>
                  <a:uLnTx/>
                  <a:uFillTx/>
                  <a:latin typeface="Segoe UI Semibold" panose="020B0502040204020203" pitchFamily="34" charset="0"/>
                  <a:ea typeface="+mn-ea"/>
                  <a:cs typeface="+mn-cs"/>
                </a:rPr>
                <a:t>      G</a:t>
              </a:r>
              <a:r>
                <a:rPr kumimoji="0" sz="2000" b="1" i="0" u="none" strike="noStrike" kern="1200" cap="none" spc="0" normalizeH="0" baseline="0" noProof="0" dirty="0" err="1">
                  <a:ln>
                    <a:noFill/>
                  </a:ln>
                  <a:gradFill>
                    <a:gsLst>
                      <a:gs pos="22936">
                        <a:srgbClr val="000000"/>
                      </a:gs>
                      <a:gs pos="38000">
                        <a:srgbClr val="000000"/>
                      </a:gs>
                    </a:gsLst>
                    <a:path path="circle">
                      <a:fillToRect l="100000" t="100000"/>
                    </a:path>
                  </a:gradFill>
                  <a:effectLst/>
                  <a:uLnTx/>
                  <a:uFillTx/>
                  <a:latin typeface="Segoe UI Semibold" panose="020B0502040204020203" pitchFamily="34" charset="0"/>
                  <a:ea typeface="+mn-ea"/>
                  <a:cs typeface="+mn-cs"/>
                </a:rPr>
                <a:t>overned</a:t>
              </a:r>
              <a:r>
                <a:rPr kumimoji="0" sz="2000" b="1" i="0" u="none" strike="noStrike" kern="1200" cap="none" spc="0" normalizeH="0" baseline="0" noProof="0" dirty="0">
                  <a:ln>
                    <a:noFill/>
                  </a:ln>
                  <a:gradFill>
                    <a:gsLst>
                      <a:gs pos="22936">
                        <a:srgbClr val="000000"/>
                      </a:gs>
                      <a:gs pos="38000">
                        <a:srgbClr val="000000"/>
                      </a:gs>
                    </a:gsLst>
                    <a:path path="circle">
                      <a:fillToRect l="100000" t="100000"/>
                    </a:path>
                  </a:gradFill>
                  <a:effectLst/>
                  <a:uLnTx/>
                  <a:uFillTx/>
                  <a:latin typeface="Segoe UI Semibold" panose="020B0502040204020203" pitchFamily="34" charset="0"/>
                  <a:ea typeface="+mn-ea"/>
                  <a:cs typeface="+mn-cs"/>
                </a:rPr>
                <a:t> Python app</a:t>
              </a:r>
              <a:r>
                <a:rPr kumimoji="0" lang="en-CA" sz="2000" b="1" i="0" u="none" strike="noStrike" kern="1200" cap="none" spc="0" normalizeH="0" baseline="0" noProof="0" dirty="0">
                  <a:ln>
                    <a:noFill/>
                  </a:ln>
                  <a:gradFill>
                    <a:gsLst>
                      <a:gs pos="22936">
                        <a:srgbClr val="000000"/>
                      </a:gs>
                      <a:gs pos="38000">
                        <a:srgbClr val="000000"/>
                      </a:gs>
                    </a:gsLst>
                    <a:path path="circle">
                      <a:fillToRect l="100000" t="100000"/>
                    </a:path>
                  </a:gradFill>
                  <a:effectLst/>
                  <a:uLnTx/>
                  <a:uFillTx/>
                  <a:latin typeface="Segoe UI Semibold" panose="020B0502040204020203" pitchFamily="34" charset="0"/>
                  <a:ea typeface="+mn-ea"/>
                  <a:cs typeface="+mn-cs"/>
                </a:rPr>
                <a:t>       H</a:t>
              </a:r>
              <a:r>
                <a:rPr kumimoji="0" sz="2000" b="1" i="0" u="none" strike="noStrike" kern="1200" cap="none" spc="0" normalizeH="0" baseline="0" noProof="0" dirty="0" err="1">
                  <a:ln>
                    <a:noFill/>
                  </a:ln>
                  <a:gradFill>
                    <a:gsLst>
                      <a:gs pos="22936">
                        <a:srgbClr val="000000"/>
                      </a:gs>
                      <a:gs pos="38000">
                        <a:srgbClr val="000000"/>
                      </a:gs>
                    </a:gsLst>
                    <a:path path="circle">
                      <a:fillToRect l="100000" t="100000"/>
                    </a:path>
                  </a:gradFill>
                  <a:effectLst/>
                  <a:uLnTx/>
                  <a:uFillTx/>
                  <a:latin typeface="Segoe UI Semibold" panose="020B0502040204020203" pitchFamily="34" charset="0"/>
                  <a:ea typeface="+mn-ea"/>
                  <a:cs typeface="+mn-cs"/>
                </a:rPr>
                <a:t>osted</a:t>
              </a:r>
              <a:r>
                <a:rPr kumimoji="0" sz="2000" b="1" i="0" u="none" strike="noStrike" kern="1200" cap="none" spc="0" normalizeH="0" baseline="0" noProof="0" dirty="0">
                  <a:ln>
                    <a:noFill/>
                  </a:ln>
                  <a:gradFill>
                    <a:gsLst>
                      <a:gs pos="22936">
                        <a:srgbClr val="000000"/>
                      </a:gs>
                      <a:gs pos="38000">
                        <a:srgbClr val="000000"/>
                      </a:gs>
                    </a:gsLst>
                    <a:path path="circle">
                      <a:fillToRect l="100000" t="100000"/>
                    </a:path>
                  </a:gradFill>
                  <a:effectLst/>
                  <a:uLnTx/>
                  <a:uFillTx/>
                  <a:latin typeface="Segoe UI Semibold" panose="020B0502040204020203" pitchFamily="34" charset="0"/>
                  <a:ea typeface="+mn-ea"/>
                  <a:cs typeface="+mn-cs"/>
                </a:rPr>
                <a:t> agent</a:t>
              </a:r>
            </a:p>
          </p:txBody>
        </p:sp>
        <p:cxnSp>
          <p:nvCxnSpPr>
            <p:cNvPr id="46" name="!!Straight Arrow Connector 119" descr="Arrow right">
              <a:extLst>
                <a:ext uri="{FF2B5EF4-FFF2-40B4-BE49-F238E27FC236}">
                  <a16:creationId xmlns:a16="http://schemas.microsoft.com/office/drawing/2014/main" id="{7A52F403-1B61-FACA-73B8-A27AC547A02F}"/>
                </a:ext>
              </a:extLst>
            </p:cNvPr>
            <p:cNvCxnSpPr>
              <a:cxnSpLocks/>
            </p:cNvCxnSpPr>
            <p:nvPr/>
          </p:nvCxnSpPr>
          <p:spPr>
            <a:xfrm flipH="1">
              <a:off x="3602076" y="5748632"/>
              <a:ext cx="182880" cy="0"/>
            </a:xfrm>
            <a:prstGeom prst="straightConnector1">
              <a:avLst/>
            </a:prstGeom>
            <a:ln w="12700" cap="rnd">
              <a:solidFill>
                <a:schemeClr val="tx1"/>
              </a:solidFill>
              <a:headEnd type="arrow" w="lg" len="sm"/>
              <a:tailEnd type="none" w="lg" len="sm"/>
            </a:ln>
          </p:spPr>
          <p:style>
            <a:lnRef idx="1">
              <a:schemeClr val="accent1"/>
            </a:lnRef>
            <a:fillRef idx="0">
              <a:schemeClr val="accent1"/>
            </a:fillRef>
            <a:effectRef idx="0">
              <a:schemeClr val="accent1"/>
            </a:effectRef>
            <a:fontRef idx="minor">
              <a:schemeClr val="tx1"/>
            </a:fontRef>
          </p:style>
        </p:cxnSp>
        <p:cxnSp>
          <p:nvCxnSpPr>
            <p:cNvPr id="48" name="!!Straight Arrow Connector 119" descr="Arrow right">
              <a:extLst>
                <a:ext uri="{FF2B5EF4-FFF2-40B4-BE49-F238E27FC236}">
                  <a16:creationId xmlns:a16="http://schemas.microsoft.com/office/drawing/2014/main" id="{BA52A9FD-2B46-02E8-06EB-57B33075E40E}"/>
                </a:ext>
              </a:extLst>
            </p:cNvPr>
            <p:cNvCxnSpPr>
              <a:cxnSpLocks/>
            </p:cNvCxnSpPr>
            <p:nvPr/>
          </p:nvCxnSpPr>
          <p:spPr>
            <a:xfrm flipH="1">
              <a:off x="6582749" y="5748457"/>
              <a:ext cx="182880" cy="0"/>
            </a:xfrm>
            <a:prstGeom prst="straightConnector1">
              <a:avLst/>
            </a:prstGeom>
            <a:ln w="12700" cap="rnd">
              <a:solidFill>
                <a:schemeClr val="tx1"/>
              </a:solidFill>
              <a:headEnd type="arrow" w="lg" len="sm"/>
              <a:tailEnd type="none" w="lg" len="sm"/>
            </a:ln>
          </p:spPr>
          <p:style>
            <a:lnRef idx="1">
              <a:schemeClr val="accent1"/>
            </a:lnRef>
            <a:fillRef idx="0">
              <a:schemeClr val="accent1"/>
            </a:fillRef>
            <a:effectRef idx="0">
              <a:schemeClr val="accent1"/>
            </a:effectRef>
            <a:fontRef idx="minor">
              <a:schemeClr val="tx1"/>
            </a:fontRef>
          </p:style>
        </p:cxnSp>
      </p:grpSp>
      <p:grpSp>
        <p:nvGrpSpPr>
          <p:cNvPr id="43" name="Group 42">
            <a:extLst>
              <a:ext uri="{FF2B5EF4-FFF2-40B4-BE49-F238E27FC236}">
                <a16:creationId xmlns:a16="http://schemas.microsoft.com/office/drawing/2014/main" id="{3BE8704A-A294-C911-24E7-48BD3FEEE64E}"/>
              </a:ext>
              <a:ext uri="{C183D7F6-B498-43B3-948B-1728B52AA6E4}">
                <adec:decorative xmlns:adec="http://schemas.microsoft.com/office/drawing/2017/decorative" val="1"/>
              </a:ext>
            </a:extLst>
          </p:cNvPr>
          <p:cNvGrpSpPr/>
          <p:nvPr/>
        </p:nvGrpSpPr>
        <p:grpSpPr>
          <a:xfrm>
            <a:off x="920086" y="2061755"/>
            <a:ext cx="754336" cy="754336"/>
            <a:chOff x="920085" y="2091675"/>
            <a:chExt cx="977560" cy="977560"/>
          </a:xfrm>
        </p:grpSpPr>
        <p:sp>
          <p:nvSpPr>
            <p:cNvPr id="28" name="Oval 27">
              <a:extLst>
                <a:ext uri="{FF2B5EF4-FFF2-40B4-BE49-F238E27FC236}">
                  <a16:creationId xmlns:a16="http://schemas.microsoft.com/office/drawing/2014/main" id="{0C5943B8-42E9-8680-BF24-1AA7BF1528AC}"/>
                </a:ext>
                <a:ext uri="{C183D7F6-B498-43B3-948B-1728B52AA6E4}">
                  <adec:decorative xmlns:adec="http://schemas.microsoft.com/office/drawing/2017/decorative" val="1"/>
                </a:ext>
              </a:extLst>
            </p:cNvPr>
            <p:cNvSpPr/>
            <p:nvPr/>
          </p:nvSpPr>
          <p:spPr bwMode="auto">
            <a:xfrm>
              <a:off x="920085" y="2091675"/>
              <a:ext cx="977560" cy="977560"/>
            </a:xfrm>
            <a:prstGeom prst="ellipse">
              <a:avLst/>
            </a:prstGeom>
            <a:gradFill>
              <a:gsLst>
                <a:gs pos="0">
                  <a:srgbClr val="7FC0E6"/>
                </a:gs>
                <a:gs pos="100000">
                  <a:srgbClr val="B9DCD2"/>
                </a:gs>
                <a:gs pos="35000">
                  <a:srgbClr val="8DC8E8"/>
                </a:gs>
              </a:gsLst>
              <a:lin ang="3600000" scaled="0"/>
            </a:gradFill>
            <a:ln w="15875" cap="rnd">
              <a:noFill/>
              <a:prstDash val="solid"/>
              <a:round/>
            </a:ln>
            <a:effectLst/>
          </p:spPr>
          <p:txBody>
            <a:bodyPr rot="0" spcFirstLastPara="0" vertOverflow="overflow" horzOverflow="overflow" vert="horz" wrap="square" lIns="914400" tIns="261257" rIns="914400" bIns="391886" numCol="1" spcCol="0" rtlCol="0" fromWordArt="0" anchor="ctr" anchorCtr="0" forceAA="0" compatLnSpc="1">
              <a:prstTxWarp prst="textNoShape">
                <a:avLst/>
              </a:prstTxWarp>
              <a:noAutofit/>
            </a:bodyPr>
            <a:lstStyle/>
            <a:p>
              <a:pPr marL="0" marR="0" lvl="0" indent="0" algn="ctr" defTabSz="3448206" rtl="0" eaLnBrk="1" fontAlgn="auto" latinLnBrk="0" hangingPunct="1">
                <a:lnSpc>
                  <a:spcPct val="100000"/>
                </a:lnSpc>
                <a:spcBef>
                  <a:spcPts val="1206"/>
                </a:spcBef>
                <a:spcAft>
                  <a:spcPts val="0"/>
                </a:spcAft>
                <a:buClrTx/>
                <a:buSzTx/>
                <a:buFontTx/>
                <a:buNone/>
                <a:tabLst>
                  <a:tab pos="5666852" algn="l"/>
                </a:tabLst>
                <a:defRPr/>
              </a:pPr>
              <a:endParaRPr kumimoji="0" lang="en-US" sz="5143" b="1" i="0" u="none" strike="noStrike" kern="1200" cap="none" spc="0" normalizeH="0" baseline="0" noProof="0">
                <a:ln w="3175">
                  <a:noFill/>
                </a:ln>
                <a:gradFill flip="none" rotWithShape="1">
                  <a:gsLst>
                    <a:gs pos="20183">
                      <a:srgbClr val="FFFFFF"/>
                    </a:gs>
                    <a:gs pos="42000">
                      <a:srgbClr val="FFFFFF"/>
                    </a:gs>
                  </a:gsLst>
                  <a:lin ang="2700000" scaled="0"/>
                  <a:tileRect/>
                </a:gradFill>
                <a:effectLst/>
                <a:uLnTx/>
                <a:uFillTx/>
                <a:latin typeface="Segoe UI Semibold" panose="020B0502040204020203" pitchFamily="34" charset="0"/>
                <a:ea typeface="+mn-ea"/>
                <a:cs typeface="Segoe Sans Display Semibold" pitchFamily="2" charset="0"/>
              </a:endParaRPr>
            </a:p>
          </p:txBody>
        </p:sp>
        <p:pic>
          <p:nvPicPr>
            <p:cNvPr id="41" name="Graphic 40">
              <a:extLst>
                <a:ext uri="{FF2B5EF4-FFF2-40B4-BE49-F238E27FC236}">
                  <a16:creationId xmlns:a16="http://schemas.microsoft.com/office/drawing/2014/main" id="{2EA21C77-E3E4-E992-34F5-1029A341F46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163689" y="2335279"/>
              <a:ext cx="490352" cy="490352"/>
            </a:xfrm>
            <a:prstGeom prst="rect">
              <a:avLst/>
            </a:prstGeom>
          </p:spPr>
        </p:pic>
      </p:gr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200"/>
                                        <p:tgtEl>
                                          <p:spTgt spid="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200"/>
                                        <p:tgtEl>
                                          <p:spTgt spid="4"/>
                                        </p:tgtEl>
                                      </p:cBhvr>
                                    </p:animEffect>
                                  </p:childTnLst>
                                </p:cTn>
                              </p:par>
                              <p:par>
                                <p:cTn id="11" presetID="10" presetClass="entr" presetSubtype="0" fill="hold" grpId="0" nodeType="withEffect">
                                  <p:stCondLst>
                                    <p:cond delay="100"/>
                                  </p:stCondLst>
                                  <p:childTnLst>
                                    <p:set>
                                      <p:cBhvr>
                                        <p:cTn id="12" dur="1" fill="hold">
                                          <p:stCondLst>
                                            <p:cond delay="0"/>
                                          </p:stCondLst>
                                        </p:cTn>
                                        <p:tgtEl>
                                          <p:spTgt spid="23"/>
                                        </p:tgtEl>
                                        <p:attrNameLst>
                                          <p:attrName>style.visibility</p:attrName>
                                        </p:attrNameLst>
                                      </p:cBhvr>
                                      <p:to>
                                        <p:strVal val="visible"/>
                                      </p:to>
                                    </p:set>
                                    <p:animEffect transition="in" filter="fade">
                                      <p:cBhvr>
                                        <p:cTn id="13" dur="200"/>
                                        <p:tgtEl>
                                          <p:spTgt spid="23"/>
                                        </p:tgtEl>
                                      </p:cBhvr>
                                    </p:animEffect>
                                  </p:childTnLst>
                                </p:cTn>
                              </p:par>
                              <p:par>
                                <p:cTn id="14" presetID="10" presetClass="entr" presetSubtype="0" fill="hold" nodeType="withEffect">
                                  <p:stCondLst>
                                    <p:cond delay="100"/>
                                  </p:stCondLst>
                                  <p:childTnLst>
                                    <p:set>
                                      <p:cBhvr>
                                        <p:cTn id="15" dur="1" fill="hold">
                                          <p:stCondLst>
                                            <p:cond delay="0"/>
                                          </p:stCondLst>
                                        </p:cTn>
                                        <p:tgtEl>
                                          <p:spTgt spid="43"/>
                                        </p:tgtEl>
                                        <p:attrNameLst>
                                          <p:attrName>style.visibility</p:attrName>
                                        </p:attrNameLst>
                                      </p:cBhvr>
                                      <p:to>
                                        <p:strVal val="visible"/>
                                      </p:to>
                                    </p:set>
                                    <p:animEffect transition="in" filter="fade">
                                      <p:cBhvr>
                                        <p:cTn id="16" dur="200"/>
                                        <p:tgtEl>
                                          <p:spTgt spid="43"/>
                                        </p:tgtEl>
                                      </p:cBhvr>
                                    </p:animEffect>
                                  </p:childTnLst>
                                </p:cTn>
                              </p:par>
                              <p:par>
                                <p:cTn id="17" presetID="10" presetClass="entr" presetSubtype="0" fill="hold" grpId="0" nodeType="withEffect">
                                  <p:stCondLst>
                                    <p:cond delay="100"/>
                                  </p:stCondLst>
                                  <p:childTnLst>
                                    <p:set>
                                      <p:cBhvr>
                                        <p:cTn id="18" dur="1" fill="hold">
                                          <p:stCondLst>
                                            <p:cond delay="0"/>
                                          </p:stCondLst>
                                        </p:cTn>
                                        <p:tgtEl>
                                          <p:spTgt spid="12"/>
                                        </p:tgtEl>
                                        <p:attrNameLst>
                                          <p:attrName>style.visibility</p:attrName>
                                        </p:attrNameLst>
                                      </p:cBhvr>
                                      <p:to>
                                        <p:strVal val="visible"/>
                                      </p:to>
                                    </p:set>
                                    <p:animEffect transition="in" filter="fade">
                                      <p:cBhvr>
                                        <p:cTn id="19" dur="200"/>
                                        <p:tgtEl>
                                          <p:spTgt spid="12"/>
                                        </p:tgtEl>
                                      </p:cBhvr>
                                    </p:animEffect>
                                  </p:childTnLst>
                                </p:cTn>
                              </p:par>
                              <p:par>
                                <p:cTn id="20" presetID="10" presetClass="entr" presetSubtype="0" fill="hold" grpId="0" nodeType="withEffect">
                                  <p:stCondLst>
                                    <p:cond delay="100"/>
                                  </p:stCondLst>
                                  <p:childTnLst>
                                    <p:set>
                                      <p:cBhvr>
                                        <p:cTn id="21" dur="1" fill="hold">
                                          <p:stCondLst>
                                            <p:cond delay="0"/>
                                          </p:stCondLst>
                                        </p:cTn>
                                        <p:tgtEl>
                                          <p:spTgt spid="13"/>
                                        </p:tgtEl>
                                        <p:attrNameLst>
                                          <p:attrName>style.visibility</p:attrName>
                                        </p:attrNameLst>
                                      </p:cBhvr>
                                      <p:to>
                                        <p:strVal val="visible"/>
                                      </p:to>
                                    </p:set>
                                    <p:animEffect transition="in" filter="fade">
                                      <p:cBhvr>
                                        <p:cTn id="22" dur="200"/>
                                        <p:tgtEl>
                                          <p:spTgt spid="13"/>
                                        </p:tgtEl>
                                      </p:cBhvr>
                                    </p:animEffect>
                                  </p:childTnLst>
                                </p:cTn>
                              </p:par>
                              <p:par>
                                <p:cTn id="23" presetID="10" presetClass="entr" presetSubtype="0" fill="hold" nodeType="withEffect">
                                  <p:stCondLst>
                                    <p:cond delay="200"/>
                                  </p:stCondLst>
                                  <p:childTnLst>
                                    <p:set>
                                      <p:cBhvr>
                                        <p:cTn id="24" dur="1" fill="hold">
                                          <p:stCondLst>
                                            <p:cond delay="0"/>
                                          </p:stCondLst>
                                        </p:cTn>
                                        <p:tgtEl>
                                          <p:spTgt spid="44"/>
                                        </p:tgtEl>
                                        <p:attrNameLst>
                                          <p:attrName>style.visibility</p:attrName>
                                        </p:attrNameLst>
                                      </p:cBhvr>
                                      <p:to>
                                        <p:strVal val="visible"/>
                                      </p:to>
                                    </p:set>
                                    <p:animEffect transition="in" filter="fade">
                                      <p:cBhvr>
                                        <p:cTn id="25" dur="200"/>
                                        <p:tgtEl>
                                          <p:spTgt spid="44"/>
                                        </p:tgtEl>
                                      </p:cBhvr>
                                    </p:animEffect>
                                  </p:childTnLst>
                                </p:cTn>
                              </p:par>
                              <p:par>
                                <p:cTn id="26" presetID="10" presetClass="entr" presetSubtype="0" fill="hold" grpId="0" nodeType="withEffect">
                                  <p:stCondLst>
                                    <p:cond delay="200"/>
                                  </p:stCondLst>
                                  <p:childTnLst>
                                    <p:set>
                                      <p:cBhvr>
                                        <p:cTn id="27" dur="1" fill="hold">
                                          <p:stCondLst>
                                            <p:cond delay="0"/>
                                          </p:stCondLst>
                                        </p:cTn>
                                        <p:tgtEl>
                                          <p:spTgt spid="24"/>
                                        </p:tgtEl>
                                        <p:attrNameLst>
                                          <p:attrName>style.visibility</p:attrName>
                                        </p:attrNameLst>
                                      </p:cBhvr>
                                      <p:to>
                                        <p:strVal val="visible"/>
                                      </p:to>
                                    </p:set>
                                    <p:animEffect transition="in" filter="fade">
                                      <p:cBhvr>
                                        <p:cTn id="28" dur="200"/>
                                        <p:tgtEl>
                                          <p:spTgt spid="24"/>
                                        </p:tgtEl>
                                      </p:cBhvr>
                                    </p:animEffect>
                                  </p:childTnLst>
                                </p:cTn>
                              </p:par>
                              <p:par>
                                <p:cTn id="29" presetID="10" presetClass="entr" presetSubtype="0" fill="hold" grpId="0" nodeType="withEffect">
                                  <p:stCondLst>
                                    <p:cond delay="200"/>
                                  </p:stCondLst>
                                  <p:childTnLst>
                                    <p:set>
                                      <p:cBhvr>
                                        <p:cTn id="30" dur="1" fill="hold">
                                          <p:stCondLst>
                                            <p:cond delay="0"/>
                                          </p:stCondLst>
                                        </p:cTn>
                                        <p:tgtEl>
                                          <p:spTgt spid="16"/>
                                        </p:tgtEl>
                                        <p:attrNameLst>
                                          <p:attrName>style.visibility</p:attrName>
                                        </p:attrNameLst>
                                      </p:cBhvr>
                                      <p:to>
                                        <p:strVal val="visible"/>
                                      </p:to>
                                    </p:set>
                                    <p:animEffect transition="in" filter="fade">
                                      <p:cBhvr>
                                        <p:cTn id="31" dur="200"/>
                                        <p:tgtEl>
                                          <p:spTgt spid="16"/>
                                        </p:tgtEl>
                                      </p:cBhvr>
                                    </p:animEffect>
                                  </p:childTnLst>
                                </p:cTn>
                              </p:par>
                              <p:par>
                                <p:cTn id="32" presetID="10" presetClass="entr" presetSubtype="0" fill="hold" grpId="0" nodeType="withEffect">
                                  <p:stCondLst>
                                    <p:cond delay="200"/>
                                  </p:stCondLst>
                                  <p:childTnLst>
                                    <p:set>
                                      <p:cBhvr>
                                        <p:cTn id="33" dur="1" fill="hold">
                                          <p:stCondLst>
                                            <p:cond delay="0"/>
                                          </p:stCondLst>
                                        </p:cTn>
                                        <p:tgtEl>
                                          <p:spTgt spid="17"/>
                                        </p:tgtEl>
                                        <p:attrNameLst>
                                          <p:attrName>style.visibility</p:attrName>
                                        </p:attrNameLst>
                                      </p:cBhvr>
                                      <p:to>
                                        <p:strVal val="visible"/>
                                      </p:to>
                                    </p:set>
                                    <p:animEffect transition="in" filter="fade">
                                      <p:cBhvr>
                                        <p:cTn id="34" dur="200"/>
                                        <p:tgtEl>
                                          <p:spTgt spid="17"/>
                                        </p:tgtEl>
                                      </p:cBhvr>
                                    </p:animEffect>
                                  </p:childTnLst>
                                </p:cTn>
                              </p:par>
                              <p:par>
                                <p:cTn id="35" presetID="10" presetClass="entr" presetSubtype="0" fill="hold" grpId="0" nodeType="withEffect">
                                  <p:stCondLst>
                                    <p:cond delay="300"/>
                                  </p:stCondLst>
                                  <p:childTnLst>
                                    <p:set>
                                      <p:cBhvr>
                                        <p:cTn id="36" dur="1" fill="hold">
                                          <p:stCondLst>
                                            <p:cond delay="0"/>
                                          </p:stCondLst>
                                        </p:cTn>
                                        <p:tgtEl>
                                          <p:spTgt spid="25"/>
                                        </p:tgtEl>
                                        <p:attrNameLst>
                                          <p:attrName>style.visibility</p:attrName>
                                        </p:attrNameLst>
                                      </p:cBhvr>
                                      <p:to>
                                        <p:strVal val="visible"/>
                                      </p:to>
                                    </p:set>
                                    <p:animEffect transition="in" filter="fade">
                                      <p:cBhvr>
                                        <p:cTn id="37" dur="200"/>
                                        <p:tgtEl>
                                          <p:spTgt spid="25"/>
                                        </p:tgtEl>
                                      </p:cBhvr>
                                    </p:animEffect>
                                  </p:childTnLst>
                                </p:cTn>
                              </p:par>
                              <p:par>
                                <p:cTn id="38" presetID="10" presetClass="entr" presetSubtype="0" fill="hold" grpId="0" nodeType="withEffect">
                                  <p:stCondLst>
                                    <p:cond delay="300"/>
                                  </p:stCondLst>
                                  <p:childTnLst>
                                    <p:set>
                                      <p:cBhvr>
                                        <p:cTn id="39" dur="1" fill="hold">
                                          <p:stCondLst>
                                            <p:cond delay="0"/>
                                          </p:stCondLst>
                                        </p:cTn>
                                        <p:tgtEl>
                                          <p:spTgt spid="20"/>
                                        </p:tgtEl>
                                        <p:attrNameLst>
                                          <p:attrName>style.visibility</p:attrName>
                                        </p:attrNameLst>
                                      </p:cBhvr>
                                      <p:to>
                                        <p:strVal val="visible"/>
                                      </p:to>
                                    </p:set>
                                    <p:animEffect transition="in" filter="fade">
                                      <p:cBhvr>
                                        <p:cTn id="40" dur="200"/>
                                        <p:tgtEl>
                                          <p:spTgt spid="20"/>
                                        </p:tgtEl>
                                      </p:cBhvr>
                                    </p:animEffect>
                                  </p:childTnLst>
                                </p:cTn>
                              </p:par>
                              <p:par>
                                <p:cTn id="41" presetID="10" presetClass="entr" presetSubtype="0" fill="hold" grpId="0" nodeType="withEffect">
                                  <p:stCondLst>
                                    <p:cond delay="300"/>
                                  </p:stCondLst>
                                  <p:childTnLst>
                                    <p:set>
                                      <p:cBhvr>
                                        <p:cTn id="42" dur="1" fill="hold">
                                          <p:stCondLst>
                                            <p:cond delay="0"/>
                                          </p:stCondLst>
                                        </p:cTn>
                                        <p:tgtEl>
                                          <p:spTgt spid="21"/>
                                        </p:tgtEl>
                                        <p:attrNameLst>
                                          <p:attrName>style.visibility</p:attrName>
                                        </p:attrNameLst>
                                      </p:cBhvr>
                                      <p:to>
                                        <p:strVal val="visible"/>
                                      </p:to>
                                    </p:set>
                                    <p:animEffect transition="in" filter="fade">
                                      <p:cBhvr>
                                        <p:cTn id="43" dur="200"/>
                                        <p:tgtEl>
                                          <p:spTgt spid="21"/>
                                        </p:tgtEl>
                                      </p:cBhvr>
                                    </p:animEffect>
                                  </p:childTnLst>
                                </p:cTn>
                              </p:par>
                              <p:par>
                                <p:cTn id="44" presetID="10" presetClass="entr" presetSubtype="0" fill="hold" nodeType="withEffect">
                                  <p:stCondLst>
                                    <p:cond delay="300"/>
                                  </p:stCondLst>
                                  <p:childTnLst>
                                    <p:set>
                                      <p:cBhvr>
                                        <p:cTn id="45" dur="1" fill="hold">
                                          <p:stCondLst>
                                            <p:cond delay="0"/>
                                          </p:stCondLst>
                                        </p:cTn>
                                        <p:tgtEl>
                                          <p:spTgt spid="45"/>
                                        </p:tgtEl>
                                        <p:attrNameLst>
                                          <p:attrName>style.visibility</p:attrName>
                                        </p:attrNameLst>
                                      </p:cBhvr>
                                      <p:to>
                                        <p:strVal val="visible"/>
                                      </p:to>
                                    </p:set>
                                    <p:animEffect transition="in" filter="fade">
                                      <p:cBhvr>
                                        <p:cTn id="46" dur="200"/>
                                        <p:tgtEl>
                                          <p:spTgt spid="45"/>
                                        </p:tgtEl>
                                      </p:cBhvr>
                                    </p:animEffect>
                                  </p:childTnLst>
                                </p:cTn>
                              </p:par>
                              <p:par>
                                <p:cTn id="47" presetID="10" presetClass="entr" presetSubtype="0" fill="hold" nodeType="withEffect">
                                  <p:stCondLst>
                                    <p:cond delay="400"/>
                                  </p:stCondLst>
                                  <p:childTnLst>
                                    <p:set>
                                      <p:cBhvr>
                                        <p:cTn id="48" dur="1" fill="hold">
                                          <p:stCondLst>
                                            <p:cond delay="0"/>
                                          </p:stCondLst>
                                        </p:cTn>
                                        <p:tgtEl>
                                          <p:spTgt spid="49"/>
                                        </p:tgtEl>
                                        <p:attrNameLst>
                                          <p:attrName>style.visibility</p:attrName>
                                        </p:attrNameLst>
                                      </p:cBhvr>
                                      <p:to>
                                        <p:strVal val="visible"/>
                                      </p:to>
                                    </p:set>
                                    <p:animEffect transition="in" filter="fade">
                                      <p:cBhvr>
                                        <p:cTn id="49" dur="200"/>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4" grpId="0"/>
      <p:bldP spid="23" grpId="0" animBg="1"/>
      <p:bldP spid="24" grpId="0" animBg="1"/>
      <p:bldP spid="25" grpId="0" animBg="1"/>
      <p:bldP spid="12" grpId="0"/>
      <p:bldP spid="13" grpId="0"/>
      <p:bldP spid="16" grpId="0"/>
      <p:bldP spid="17" grpId="0"/>
      <p:bldP spid="20" grpId="0"/>
      <p:bldP spid="21"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B4117B-B0EB-B810-7E51-70AA494E764B}"/>
              </a:ext>
            </a:extLst>
          </p:cNvPr>
          <p:cNvSpPr>
            <a:spLocks noGrp="1"/>
          </p:cNvSpPr>
          <p:nvPr>
            <p:ph type="title"/>
          </p:nvPr>
        </p:nvSpPr>
        <p:spPr>
          <a:xfrm>
            <a:off x="588962" y="2413338"/>
            <a:ext cx="3760299" cy="2031325"/>
          </a:xfrm>
        </p:spPr>
        <p:txBody>
          <a:bodyPr/>
          <a:lstStyle/>
          <a:p>
            <a:r>
              <a:rPr lang="en-CA" sz="4400" dirty="0"/>
              <a:t>Three concepts to know</a:t>
            </a:r>
          </a:p>
        </p:txBody>
      </p:sp>
      <p:sp>
        <p:nvSpPr>
          <p:cNvPr id="4" name="Oval 3">
            <a:extLst>
              <a:ext uri="{FF2B5EF4-FFF2-40B4-BE49-F238E27FC236}">
                <a16:creationId xmlns:a16="http://schemas.microsoft.com/office/drawing/2014/main" id="{0A8F01B1-A7D9-8FE3-4167-B9CA3D91B806}"/>
              </a:ext>
              <a:ext uri="{C183D7F6-B498-43B3-948B-1728B52AA6E4}">
                <adec:decorative xmlns:adec="http://schemas.microsoft.com/office/drawing/2017/decorative" val="1"/>
              </a:ext>
            </a:extLst>
          </p:cNvPr>
          <p:cNvSpPr/>
          <p:nvPr/>
        </p:nvSpPr>
        <p:spPr bwMode="auto">
          <a:xfrm>
            <a:off x="5483101" y="1400168"/>
            <a:ext cx="741520" cy="741520"/>
          </a:xfrm>
          <a:prstGeom prst="ellipse">
            <a:avLst/>
          </a:prstGeom>
          <a:gradFill>
            <a:gsLst>
              <a:gs pos="0">
                <a:srgbClr val="7FC0E6"/>
              </a:gs>
              <a:gs pos="100000">
                <a:srgbClr val="B9DCD2"/>
              </a:gs>
              <a:gs pos="35000">
                <a:srgbClr val="8DC8E8"/>
              </a:gs>
            </a:gsLst>
            <a:lin ang="3600000" scaled="0"/>
          </a:gradFill>
          <a:ln w="15875" cap="rnd">
            <a:noFill/>
            <a:prstDash val="solid"/>
            <a:round/>
          </a:ln>
          <a:effectLst/>
        </p:spPr>
        <p:txBody>
          <a:bodyPr rot="0" spcFirstLastPara="0" vertOverflow="overflow" horzOverflow="overflow" vert="horz" wrap="square" lIns="914400" tIns="261257" rIns="914400" bIns="391886" numCol="1" spcCol="0" rtlCol="0" fromWordArt="0" anchor="ctr" anchorCtr="0" forceAA="0" compatLnSpc="1">
            <a:prstTxWarp prst="textNoShape">
              <a:avLst/>
            </a:prstTxWarp>
            <a:noAutofit/>
          </a:bodyPr>
          <a:lstStyle/>
          <a:p>
            <a:pPr algn="ctr" defTabSz="3448206">
              <a:spcBef>
                <a:spcPts val="1206"/>
              </a:spcBef>
              <a:tabLst>
                <a:tab pos="5666852" algn="l"/>
              </a:tabLst>
            </a:pPr>
            <a:endParaRPr lang="en-US" sz="5143" b="1">
              <a:ln w="3175">
                <a:noFill/>
              </a:ln>
              <a:gradFill flip="none" rotWithShape="1">
                <a:gsLst>
                  <a:gs pos="20183">
                    <a:srgbClr val="FFFFFF"/>
                  </a:gs>
                  <a:gs pos="42000">
                    <a:srgbClr val="FFFFFF"/>
                  </a:gs>
                </a:gsLst>
                <a:lin ang="2700000" scaled="0"/>
                <a:tileRect/>
              </a:gradFill>
              <a:latin typeface="Segoe UI Semibold" panose="020B0502040204020203" pitchFamily="34" charset="0"/>
              <a:cs typeface="Segoe Sans Display Semibold" pitchFamily="2" charset="0"/>
            </a:endParaRPr>
          </a:p>
        </p:txBody>
      </p:sp>
      <p:pic>
        <p:nvPicPr>
          <p:cNvPr id="41" name="Graphic 40">
            <a:extLst>
              <a:ext uri="{FF2B5EF4-FFF2-40B4-BE49-F238E27FC236}">
                <a16:creationId xmlns:a16="http://schemas.microsoft.com/office/drawing/2014/main" id="{BB570CA4-DC80-03A3-2A4B-3E00C6EA1F9F}"/>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63733" y="1580800"/>
            <a:ext cx="380256" cy="380256"/>
          </a:xfrm>
          <a:prstGeom prst="rect">
            <a:avLst/>
          </a:prstGeom>
        </p:spPr>
      </p:pic>
      <p:sp>
        <p:nvSpPr>
          <p:cNvPr id="27" name="Oval 26">
            <a:extLst>
              <a:ext uri="{FF2B5EF4-FFF2-40B4-BE49-F238E27FC236}">
                <a16:creationId xmlns:a16="http://schemas.microsoft.com/office/drawing/2014/main" id="{5A989385-5262-EB3F-2D1A-1A2D77FB4DE8}"/>
              </a:ext>
              <a:ext uri="{C183D7F6-B498-43B3-948B-1728B52AA6E4}">
                <adec:decorative xmlns:adec="http://schemas.microsoft.com/office/drawing/2017/decorative" val="1"/>
              </a:ext>
            </a:extLst>
          </p:cNvPr>
          <p:cNvSpPr/>
          <p:nvPr/>
        </p:nvSpPr>
        <p:spPr bwMode="auto">
          <a:xfrm>
            <a:off x="5483101" y="3066233"/>
            <a:ext cx="741520" cy="741520"/>
          </a:xfrm>
          <a:prstGeom prst="ellipse">
            <a:avLst/>
          </a:prstGeom>
          <a:gradFill>
            <a:gsLst>
              <a:gs pos="0">
                <a:srgbClr val="7FC0E6"/>
              </a:gs>
              <a:gs pos="100000">
                <a:srgbClr val="B9DCD2"/>
              </a:gs>
              <a:gs pos="35000">
                <a:srgbClr val="8DC8E8"/>
              </a:gs>
            </a:gsLst>
            <a:lin ang="3600000" scaled="0"/>
          </a:gradFill>
          <a:ln w="15875" cap="rnd">
            <a:noFill/>
            <a:prstDash val="solid"/>
            <a:round/>
          </a:ln>
          <a:effectLst/>
        </p:spPr>
        <p:txBody>
          <a:bodyPr rot="0" spcFirstLastPara="0" vertOverflow="overflow" horzOverflow="overflow" vert="horz" wrap="square" lIns="914400" tIns="261257" rIns="914400" bIns="391886" numCol="1" spcCol="0" rtlCol="0" fromWordArt="0" anchor="ctr" anchorCtr="0" forceAA="0" compatLnSpc="1">
            <a:prstTxWarp prst="textNoShape">
              <a:avLst/>
            </a:prstTxWarp>
            <a:noAutofit/>
          </a:bodyPr>
          <a:lstStyle/>
          <a:p>
            <a:pPr algn="ctr" defTabSz="3448206">
              <a:spcBef>
                <a:spcPts val="1206"/>
              </a:spcBef>
              <a:tabLst>
                <a:tab pos="5666852" algn="l"/>
              </a:tabLst>
            </a:pPr>
            <a:endParaRPr lang="en-US" sz="5143" b="1">
              <a:ln w="3175">
                <a:noFill/>
              </a:ln>
              <a:gradFill flip="none" rotWithShape="1">
                <a:gsLst>
                  <a:gs pos="20183">
                    <a:srgbClr val="FFFFFF"/>
                  </a:gs>
                  <a:gs pos="42000">
                    <a:srgbClr val="FFFFFF"/>
                  </a:gs>
                </a:gsLst>
                <a:lin ang="2700000" scaled="0"/>
                <a:tileRect/>
              </a:gradFill>
              <a:latin typeface="Segoe UI Semibold" panose="020B0502040204020203" pitchFamily="34" charset="0"/>
              <a:cs typeface="Segoe Sans Display Semibold" pitchFamily="2" charset="0"/>
            </a:endParaRPr>
          </a:p>
        </p:txBody>
      </p:sp>
      <p:pic>
        <p:nvPicPr>
          <p:cNvPr id="39" name="Graphic 38">
            <a:extLst>
              <a:ext uri="{FF2B5EF4-FFF2-40B4-BE49-F238E27FC236}">
                <a16:creationId xmlns:a16="http://schemas.microsoft.com/office/drawing/2014/main" id="{A6BCCEC4-0A36-B0C8-D817-C10C3BC73E47}"/>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639431" y="3222563"/>
            <a:ext cx="428860" cy="428860"/>
          </a:xfrm>
          <a:prstGeom prst="rect">
            <a:avLst/>
          </a:prstGeom>
        </p:spPr>
      </p:pic>
      <p:sp>
        <p:nvSpPr>
          <p:cNvPr id="29" name="Oval 28">
            <a:extLst>
              <a:ext uri="{FF2B5EF4-FFF2-40B4-BE49-F238E27FC236}">
                <a16:creationId xmlns:a16="http://schemas.microsoft.com/office/drawing/2014/main" id="{10FA90EB-38A8-7285-D87E-17787A6C6BBA}"/>
              </a:ext>
              <a:ext uri="{C183D7F6-B498-43B3-948B-1728B52AA6E4}">
                <adec:decorative xmlns:adec="http://schemas.microsoft.com/office/drawing/2017/decorative" val="1"/>
              </a:ext>
            </a:extLst>
          </p:cNvPr>
          <p:cNvSpPr/>
          <p:nvPr/>
        </p:nvSpPr>
        <p:spPr bwMode="auto">
          <a:xfrm>
            <a:off x="5483101" y="4716313"/>
            <a:ext cx="741520" cy="741520"/>
          </a:xfrm>
          <a:prstGeom prst="ellipse">
            <a:avLst/>
          </a:prstGeom>
          <a:gradFill>
            <a:gsLst>
              <a:gs pos="0">
                <a:srgbClr val="7FC0E6"/>
              </a:gs>
              <a:gs pos="100000">
                <a:srgbClr val="B9DCD2"/>
              </a:gs>
              <a:gs pos="35000">
                <a:srgbClr val="8DC8E8"/>
              </a:gs>
            </a:gsLst>
            <a:lin ang="3600000" scaled="0"/>
          </a:gradFill>
          <a:ln w="15875" cap="rnd">
            <a:noFill/>
            <a:prstDash val="solid"/>
            <a:round/>
          </a:ln>
          <a:effectLst/>
        </p:spPr>
        <p:txBody>
          <a:bodyPr rot="0" spcFirstLastPara="0" vertOverflow="overflow" horzOverflow="overflow" vert="horz" wrap="square" lIns="914400" tIns="261257" rIns="914400" bIns="391886" numCol="1" spcCol="0" rtlCol="0" fromWordArt="0" anchor="ctr" anchorCtr="0" forceAA="0" compatLnSpc="1">
            <a:prstTxWarp prst="textNoShape">
              <a:avLst/>
            </a:prstTxWarp>
            <a:noAutofit/>
          </a:bodyPr>
          <a:lstStyle/>
          <a:p>
            <a:pPr algn="ctr" defTabSz="3448206">
              <a:spcBef>
                <a:spcPts val="1206"/>
              </a:spcBef>
              <a:tabLst>
                <a:tab pos="5666852" algn="l"/>
              </a:tabLst>
            </a:pPr>
            <a:endParaRPr lang="en-US" sz="5143" b="1">
              <a:ln w="3175">
                <a:noFill/>
              </a:ln>
              <a:gradFill flip="none" rotWithShape="1">
                <a:gsLst>
                  <a:gs pos="20183">
                    <a:srgbClr val="FFFFFF"/>
                  </a:gs>
                  <a:gs pos="42000">
                    <a:srgbClr val="FFFFFF"/>
                  </a:gs>
                </a:gsLst>
                <a:lin ang="2700000" scaled="0"/>
                <a:tileRect/>
              </a:gradFill>
              <a:latin typeface="Segoe UI Semibold" panose="020B0502040204020203" pitchFamily="34" charset="0"/>
              <a:cs typeface="Segoe Sans Display Semibold" pitchFamily="2" charset="0"/>
            </a:endParaRPr>
          </a:p>
        </p:txBody>
      </p:sp>
      <p:pic>
        <p:nvPicPr>
          <p:cNvPr id="35" name="Graphic 34">
            <a:extLst>
              <a:ext uri="{FF2B5EF4-FFF2-40B4-BE49-F238E27FC236}">
                <a16:creationId xmlns:a16="http://schemas.microsoft.com/office/drawing/2014/main" id="{18300A72-E8C2-CCB5-93CA-65E08E225701}"/>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651306" y="4865875"/>
            <a:ext cx="405110" cy="405110"/>
          </a:xfrm>
          <a:prstGeom prst="rect">
            <a:avLst/>
          </a:prstGeom>
        </p:spPr>
      </p:pic>
      <p:sp>
        <p:nvSpPr>
          <p:cNvPr id="31" name="TextBox 30">
            <a:extLst>
              <a:ext uri="{FF2B5EF4-FFF2-40B4-BE49-F238E27FC236}">
                <a16:creationId xmlns:a16="http://schemas.microsoft.com/office/drawing/2014/main" id="{C7FA6D91-B192-8F23-C6A9-E0023B42FEF4}"/>
              </a:ext>
            </a:extLst>
          </p:cNvPr>
          <p:cNvSpPr txBox="1"/>
          <p:nvPr/>
        </p:nvSpPr>
        <p:spPr>
          <a:xfrm>
            <a:off x="6557244" y="1325394"/>
            <a:ext cx="4884446" cy="925894"/>
          </a:xfrm>
          <a:prstGeom prst="rect">
            <a:avLst/>
          </a:prstGeom>
          <a:noFill/>
          <a:ln w="19050" cap="rnd">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spAutoFit/>
          </a:bodyPr>
          <a:lstStyle>
            <a:defPPr>
              <a:defRPr lang="en-US"/>
            </a:defPPr>
            <a:lvl1pPr lvl="0" defTabSz="932449">
              <a:spcBef>
                <a:spcPts val="200"/>
              </a:spcBef>
              <a:defRPr sz="2400">
                <a:gradFill>
                  <a:gsLst>
                    <a:gs pos="6993">
                      <a:schemeClr val="tx1"/>
                    </a:gs>
                    <a:gs pos="20280">
                      <a:schemeClr val="tx1"/>
                    </a:gs>
                  </a:gsLst>
                  <a:lin ang="0" scaled="0"/>
                </a:gradFill>
                <a:latin typeface="+mj-lt"/>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CA" b="1" dirty="0">
                <a:ln w="3175">
                  <a:noFill/>
                </a:ln>
                <a:solidFill>
                  <a:srgbClr val="000000"/>
                </a:solidFill>
                <a:latin typeface="Segoe UI Semibold" panose="020B0502040204020203" pitchFamily="34" charset="0"/>
                <a:cs typeface="Segoe UI" pitchFamily="34" charset="0"/>
              </a:rPr>
              <a:t>Project</a:t>
            </a:r>
          </a:p>
          <a:p>
            <a:pPr defTabSz="457200">
              <a:spcBef>
                <a:spcPts val="500"/>
              </a:spcBef>
            </a:pPr>
            <a:r>
              <a:rPr lang="en-CA" sz="1600" b="1" dirty="0">
                <a:gradFill>
                  <a:gsLst>
                    <a:gs pos="21101">
                      <a:srgbClr val="000000"/>
                    </a:gs>
                    <a:gs pos="31193">
                      <a:srgbClr val="000000"/>
                    </a:gs>
                  </a:gsLst>
                  <a:path path="circle">
                    <a:fillToRect l="100000" t="100000"/>
                  </a:path>
                </a:gradFill>
                <a:latin typeface="Segoe UI Semibold" panose="020B0502040204020203" pitchFamily="34" charset="0"/>
                <a:cs typeface="Segoe Sans Display Semibold" pitchFamily="2" charset="0"/>
              </a:rPr>
              <a:t>Your workspace in Foundry. It scopes model deployments, connections, agents, and access</a:t>
            </a:r>
          </a:p>
        </p:txBody>
      </p:sp>
      <p:sp>
        <p:nvSpPr>
          <p:cNvPr id="32" name="TextBox 31">
            <a:extLst>
              <a:ext uri="{FF2B5EF4-FFF2-40B4-BE49-F238E27FC236}">
                <a16:creationId xmlns:a16="http://schemas.microsoft.com/office/drawing/2014/main" id="{ECB2875E-C9DE-F624-2E3F-132125D47542}"/>
              </a:ext>
            </a:extLst>
          </p:cNvPr>
          <p:cNvSpPr txBox="1"/>
          <p:nvPr/>
        </p:nvSpPr>
        <p:spPr>
          <a:xfrm>
            <a:off x="6557243" y="2974046"/>
            <a:ext cx="4884447" cy="925894"/>
          </a:xfrm>
          <a:prstGeom prst="rect">
            <a:avLst/>
          </a:prstGeom>
          <a:noFill/>
          <a:ln w="19050" cap="rnd">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spAutoFit/>
          </a:bodyPr>
          <a:lstStyle>
            <a:defPPr>
              <a:defRPr lang="en-US"/>
            </a:defPPr>
            <a:lvl1pPr lvl="0" defTabSz="932449">
              <a:spcBef>
                <a:spcPts val="200"/>
              </a:spcBef>
              <a:defRPr sz="2400">
                <a:gradFill>
                  <a:gsLst>
                    <a:gs pos="6993">
                      <a:schemeClr val="tx1"/>
                    </a:gs>
                    <a:gs pos="20280">
                      <a:schemeClr val="tx1"/>
                    </a:gs>
                  </a:gsLst>
                  <a:lin ang="0" scaled="0"/>
                </a:gradFill>
                <a:latin typeface="+mj-lt"/>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CA" b="1" dirty="0">
                <a:ln w="3175">
                  <a:noFill/>
                </a:ln>
                <a:solidFill>
                  <a:srgbClr val="000000"/>
                </a:solidFill>
                <a:latin typeface="Segoe UI Semibold" panose="020B0502040204020203" pitchFamily="34" charset="0"/>
                <a:cs typeface="Segoe UI" pitchFamily="34" charset="0"/>
              </a:rPr>
              <a:t>Model deployment</a:t>
            </a:r>
          </a:p>
          <a:p>
            <a:pPr defTabSz="457200">
              <a:spcBef>
                <a:spcPts val="500"/>
              </a:spcBef>
            </a:pPr>
            <a:r>
              <a:rPr lang="en-CA" sz="1600" b="1" dirty="0">
                <a:gradFill>
                  <a:gsLst>
                    <a:gs pos="21101">
                      <a:srgbClr val="000000"/>
                    </a:gs>
                    <a:gs pos="31193">
                      <a:srgbClr val="000000"/>
                    </a:gs>
                  </a:gsLst>
                  <a:path path="circle">
                    <a:fillToRect l="100000" t="100000"/>
                  </a:path>
                </a:gradFill>
                <a:latin typeface="Segoe UI Semibold" panose="020B0502040204020203" pitchFamily="34" charset="0"/>
                <a:cs typeface="Segoe Sans Display Semibold" pitchFamily="2" charset="0"/>
              </a:rPr>
              <a:t>A model made callable in your project. Your code calls the deployment name, not a raw catalog model</a:t>
            </a:r>
          </a:p>
        </p:txBody>
      </p:sp>
      <p:sp>
        <p:nvSpPr>
          <p:cNvPr id="33" name="TextBox 32">
            <a:extLst>
              <a:ext uri="{FF2B5EF4-FFF2-40B4-BE49-F238E27FC236}">
                <a16:creationId xmlns:a16="http://schemas.microsoft.com/office/drawing/2014/main" id="{9FE41BBC-5EEF-25D5-D6C1-4CC6D848C2A3}"/>
              </a:ext>
            </a:extLst>
          </p:cNvPr>
          <p:cNvSpPr txBox="1"/>
          <p:nvPr/>
        </p:nvSpPr>
        <p:spPr>
          <a:xfrm>
            <a:off x="6557243" y="4624126"/>
            <a:ext cx="4884447" cy="925894"/>
          </a:xfrm>
          <a:prstGeom prst="rect">
            <a:avLst/>
          </a:prstGeom>
          <a:noFill/>
          <a:ln w="19050" cap="rnd">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spAutoFit/>
          </a:bodyPr>
          <a:lstStyle>
            <a:defPPr>
              <a:defRPr lang="en-US"/>
            </a:defPPr>
            <a:lvl1pPr lvl="0" defTabSz="932449">
              <a:spcBef>
                <a:spcPts val="200"/>
              </a:spcBef>
              <a:defRPr sz="2400">
                <a:gradFill>
                  <a:gsLst>
                    <a:gs pos="6993">
                      <a:schemeClr val="tx1"/>
                    </a:gs>
                    <a:gs pos="20280">
                      <a:schemeClr val="tx1"/>
                    </a:gs>
                  </a:gsLst>
                  <a:lin ang="0" scaled="0"/>
                </a:gradFill>
                <a:latin typeface="+mj-lt"/>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CA" b="1" dirty="0">
                <a:ln w="3175">
                  <a:noFill/>
                </a:ln>
                <a:solidFill>
                  <a:srgbClr val="000000"/>
                </a:solidFill>
                <a:latin typeface="Segoe UI Semibold" panose="020B0502040204020203" pitchFamily="34" charset="0"/>
                <a:cs typeface="Segoe UI" pitchFamily="34" charset="0"/>
              </a:rPr>
              <a:t>Hosted agent</a:t>
            </a:r>
          </a:p>
          <a:p>
            <a:pPr defTabSz="457200">
              <a:spcBef>
                <a:spcPts val="500"/>
              </a:spcBef>
            </a:pPr>
            <a:r>
              <a:rPr lang="en-CA" sz="1600" b="1" dirty="0">
                <a:gradFill>
                  <a:gsLst>
                    <a:gs pos="21101">
                      <a:srgbClr val="000000"/>
                    </a:gs>
                    <a:gs pos="31193">
                      <a:srgbClr val="000000"/>
                    </a:gs>
                  </a:gsLst>
                  <a:path path="circle">
                    <a:fillToRect l="100000" t="100000"/>
                  </a:path>
                </a:gradFill>
                <a:latin typeface="Segoe UI Semibold" panose="020B0502040204020203" pitchFamily="34" charset="0"/>
                <a:cs typeface="Segoe Sans Display Semibold" pitchFamily="2" charset="0"/>
              </a:rPr>
              <a:t>Your Python workflow on a Foundry-managed runtime, exposed through the Responses API</a:t>
            </a:r>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100"/>
                                  </p:stCondLst>
                                  <p:childTnLst>
                                    <p:set>
                                      <p:cBhvr>
                                        <p:cTn id="9" dur="1" fill="hold">
                                          <p:stCondLst>
                                            <p:cond delay="0"/>
                                          </p:stCondLst>
                                        </p:cTn>
                                        <p:tgtEl>
                                          <p:spTgt spid="31"/>
                                        </p:tgtEl>
                                        <p:attrNameLst>
                                          <p:attrName>style.visibility</p:attrName>
                                        </p:attrNameLst>
                                      </p:cBhvr>
                                      <p:to>
                                        <p:strVal val="visible"/>
                                      </p:to>
                                    </p:set>
                                    <p:animEffect transition="in" filter="fade">
                                      <p:cBhvr>
                                        <p:cTn id="10" dur="500"/>
                                        <p:tgtEl>
                                          <p:spTgt spid="31"/>
                                        </p:tgtEl>
                                      </p:cBhvr>
                                    </p:animEffect>
                                  </p:childTnLst>
                                </p:cTn>
                              </p:par>
                              <p:par>
                                <p:cTn id="11" presetID="10" presetClass="entr" presetSubtype="0" fill="hold" grpId="0" nodeType="withEffect">
                                  <p:stCondLst>
                                    <p:cond delay="200"/>
                                  </p:stCondLst>
                                  <p:childTnLst>
                                    <p:set>
                                      <p:cBhvr>
                                        <p:cTn id="12" dur="1" fill="hold">
                                          <p:stCondLst>
                                            <p:cond delay="0"/>
                                          </p:stCondLst>
                                        </p:cTn>
                                        <p:tgtEl>
                                          <p:spTgt spid="32"/>
                                        </p:tgtEl>
                                        <p:attrNameLst>
                                          <p:attrName>style.visibility</p:attrName>
                                        </p:attrNameLst>
                                      </p:cBhvr>
                                      <p:to>
                                        <p:strVal val="visible"/>
                                      </p:to>
                                    </p:set>
                                    <p:animEffect transition="in" filter="fade">
                                      <p:cBhvr>
                                        <p:cTn id="13" dur="500"/>
                                        <p:tgtEl>
                                          <p:spTgt spid="32"/>
                                        </p:tgtEl>
                                      </p:cBhvr>
                                    </p:animEffect>
                                  </p:childTnLst>
                                </p:cTn>
                              </p:par>
                              <p:par>
                                <p:cTn id="14" presetID="10" presetClass="entr" presetSubtype="0" fill="hold" grpId="0" nodeType="withEffect">
                                  <p:stCondLst>
                                    <p:cond delay="300"/>
                                  </p:stCondLst>
                                  <p:childTnLst>
                                    <p:set>
                                      <p:cBhvr>
                                        <p:cTn id="15" dur="1" fill="hold">
                                          <p:stCondLst>
                                            <p:cond delay="0"/>
                                          </p:stCondLst>
                                        </p:cTn>
                                        <p:tgtEl>
                                          <p:spTgt spid="29"/>
                                        </p:tgtEl>
                                        <p:attrNameLst>
                                          <p:attrName>style.visibility</p:attrName>
                                        </p:attrNameLst>
                                      </p:cBhvr>
                                      <p:to>
                                        <p:strVal val="visible"/>
                                      </p:to>
                                    </p:set>
                                    <p:animEffect transition="in" filter="fade">
                                      <p:cBhvr>
                                        <p:cTn id="16" dur="500"/>
                                        <p:tgtEl>
                                          <p:spTgt spid="29"/>
                                        </p:tgtEl>
                                      </p:cBhvr>
                                    </p:animEffect>
                                  </p:childTnLst>
                                </p:cTn>
                              </p:par>
                              <p:par>
                                <p:cTn id="17" presetID="10" presetClass="entr" presetSubtype="0" fill="hold" grpId="0" nodeType="withEffect">
                                  <p:stCondLst>
                                    <p:cond delay="300"/>
                                  </p:stCondLst>
                                  <p:childTnLst>
                                    <p:set>
                                      <p:cBhvr>
                                        <p:cTn id="18" dur="1" fill="hold">
                                          <p:stCondLst>
                                            <p:cond delay="0"/>
                                          </p:stCondLst>
                                        </p:cTn>
                                        <p:tgtEl>
                                          <p:spTgt spid="33"/>
                                        </p:tgtEl>
                                        <p:attrNameLst>
                                          <p:attrName>style.visibility</p:attrName>
                                        </p:attrNameLst>
                                      </p:cBhvr>
                                      <p:to>
                                        <p:strVal val="visible"/>
                                      </p:to>
                                    </p:set>
                                    <p:animEffect transition="in" filter="fade">
                                      <p:cBhvr>
                                        <p:cTn id="19" dur="500"/>
                                        <p:tgtEl>
                                          <p:spTgt spid="33"/>
                                        </p:tgtEl>
                                      </p:cBhvr>
                                    </p:animEffect>
                                  </p:childTnLst>
                                </p:cTn>
                              </p:par>
                              <p:par>
                                <p:cTn id="20" presetID="10" presetClass="entr" presetSubtype="0" fill="hold" nodeType="withEffect">
                                  <p:stCondLst>
                                    <p:cond delay="100"/>
                                  </p:stCondLst>
                                  <p:childTnLst>
                                    <p:set>
                                      <p:cBhvr>
                                        <p:cTn id="21" dur="1" fill="hold">
                                          <p:stCondLst>
                                            <p:cond delay="0"/>
                                          </p:stCondLst>
                                        </p:cTn>
                                        <p:tgtEl>
                                          <p:spTgt spid="41"/>
                                        </p:tgtEl>
                                        <p:attrNameLst>
                                          <p:attrName>style.visibility</p:attrName>
                                        </p:attrNameLst>
                                      </p:cBhvr>
                                      <p:to>
                                        <p:strVal val="visible"/>
                                      </p:to>
                                    </p:set>
                                    <p:animEffect transition="in" filter="fade">
                                      <p:cBhvr>
                                        <p:cTn id="22" dur="500"/>
                                        <p:tgtEl>
                                          <p:spTgt spid="41"/>
                                        </p:tgtEl>
                                      </p:cBhvr>
                                    </p:animEffect>
                                  </p:childTnLst>
                                </p:cTn>
                              </p:par>
                              <p:par>
                                <p:cTn id="23" presetID="10" presetClass="entr" presetSubtype="0" fill="hold" grpId="0" nodeType="withEffect">
                                  <p:stCondLst>
                                    <p:cond delay="200"/>
                                  </p:stCondLst>
                                  <p:childTnLst>
                                    <p:set>
                                      <p:cBhvr>
                                        <p:cTn id="24" dur="1" fill="hold">
                                          <p:stCondLst>
                                            <p:cond delay="0"/>
                                          </p:stCondLst>
                                        </p:cTn>
                                        <p:tgtEl>
                                          <p:spTgt spid="27"/>
                                        </p:tgtEl>
                                        <p:attrNameLst>
                                          <p:attrName>style.visibility</p:attrName>
                                        </p:attrNameLst>
                                      </p:cBhvr>
                                      <p:to>
                                        <p:strVal val="visible"/>
                                      </p:to>
                                    </p:set>
                                    <p:animEffect transition="in" filter="fade">
                                      <p:cBhvr>
                                        <p:cTn id="25" dur="500"/>
                                        <p:tgtEl>
                                          <p:spTgt spid="27"/>
                                        </p:tgtEl>
                                      </p:cBhvr>
                                    </p:animEffect>
                                  </p:childTnLst>
                                </p:cTn>
                              </p:par>
                              <p:par>
                                <p:cTn id="26" presetID="10" presetClass="entr" presetSubtype="0" fill="hold" nodeType="withEffect">
                                  <p:stCondLst>
                                    <p:cond delay="200"/>
                                  </p:stCondLst>
                                  <p:childTnLst>
                                    <p:set>
                                      <p:cBhvr>
                                        <p:cTn id="27" dur="1" fill="hold">
                                          <p:stCondLst>
                                            <p:cond delay="0"/>
                                          </p:stCondLst>
                                        </p:cTn>
                                        <p:tgtEl>
                                          <p:spTgt spid="39"/>
                                        </p:tgtEl>
                                        <p:attrNameLst>
                                          <p:attrName>style.visibility</p:attrName>
                                        </p:attrNameLst>
                                      </p:cBhvr>
                                      <p:to>
                                        <p:strVal val="visible"/>
                                      </p:to>
                                    </p:set>
                                    <p:animEffect transition="in" filter="fade">
                                      <p:cBhvr>
                                        <p:cTn id="28" dur="500"/>
                                        <p:tgtEl>
                                          <p:spTgt spid="39"/>
                                        </p:tgtEl>
                                      </p:cBhvr>
                                    </p:animEffect>
                                  </p:childTnLst>
                                </p:cTn>
                              </p:par>
                              <p:par>
                                <p:cTn id="29" presetID="10" presetClass="entr" presetSubtype="0" fill="hold" nodeType="withEffect">
                                  <p:stCondLst>
                                    <p:cond delay="300"/>
                                  </p:stCondLst>
                                  <p:childTnLst>
                                    <p:set>
                                      <p:cBhvr>
                                        <p:cTn id="30" dur="1" fill="hold">
                                          <p:stCondLst>
                                            <p:cond delay="0"/>
                                          </p:stCondLst>
                                        </p:cTn>
                                        <p:tgtEl>
                                          <p:spTgt spid="35"/>
                                        </p:tgtEl>
                                        <p:attrNameLst>
                                          <p:attrName>style.visibility</p:attrName>
                                        </p:attrNameLst>
                                      </p:cBhvr>
                                      <p:to>
                                        <p:strVal val="visible"/>
                                      </p:to>
                                    </p:set>
                                    <p:animEffect transition="in" filter="fade">
                                      <p:cBhvr>
                                        <p:cTn id="31" dur="500"/>
                                        <p:tgtEl>
                                          <p:spTgt spid="35"/>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
                                        </p:tgtEl>
                                        <p:attrNameLst>
                                          <p:attrName>style.visibility</p:attrName>
                                        </p:attrNameLst>
                                      </p:cBhvr>
                                      <p:to>
                                        <p:strVal val="visible"/>
                                      </p:to>
                                    </p:set>
                                    <p:animEffect transition="in" filter="fade">
                                      <p:cBhvr>
                                        <p:cTn id="34"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4" grpId="0" animBg="1"/>
      <p:bldP spid="27" grpId="0" animBg="1"/>
      <p:bldP spid="29" grpId="0" animBg="1"/>
      <p:bldP spid="31" grpId="0"/>
      <p:bldP spid="32" grpId="0"/>
      <p:bldP spid="33"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8E720B-5CE1-85DF-B38D-7268A0FC587A}"/>
              </a:ext>
            </a:extLst>
          </p:cNvPr>
          <p:cNvSpPr>
            <a:spLocks noGrp="1"/>
          </p:cNvSpPr>
          <p:nvPr>
            <p:ph type="title"/>
          </p:nvPr>
        </p:nvSpPr>
        <p:spPr>
          <a:xfrm>
            <a:off x="588169" y="457200"/>
            <a:ext cx="11017250" cy="677108"/>
          </a:xfrm>
        </p:spPr>
        <p:txBody>
          <a:bodyPr/>
          <a:lstStyle/>
          <a:p>
            <a:pPr algn="ctr" defTabSz="2413689" fontAlgn="base">
              <a:spcAft>
                <a:spcPct val="0"/>
              </a:spcAft>
              <a:tabLst>
                <a:tab pos="2455604" algn="l"/>
              </a:tabLst>
              <a:defRPr/>
            </a:pPr>
            <a:r>
              <a:rPr lang="en-CA" sz="4400" b="1" dirty="0">
                <a:gradFill>
                  <a:gsLst>
                    <a:gs pos="5505">
                      <a:schemeClr val="tx1"/>
                    </a:gs>
                    <a:gs pos="38000">
                      <a:schemeClr val="tx1"/>
                    </a:gs>
                  </a:gsLst>
                  <a:path path="circle">
                    <a:fillToRect l="100000" t="100000"/>
                  </a:path>
                </a:gradFill>
                <a:latin typeface="Segoe UI Semibold" panose="020B0502040204020203" pitchFamily="34" charset="0"/>
                <a:cs typeface="Segoe Sans Display Semibold" pitchFamily="2" charset="0"/>
              </a:rPr>
              <a:t>Your lab journey</a:t>
            </a:r>
            <a:endParaRPr lang="en-US" sz="4400" b="1" dirty="0">
              <a:gradFill>
                <a:gsLst>
                  <a:gs pos="5505">
                    <a:schemeClr val="tx1"/>
                  </a:gs>
                  <a:gs pos="38000">
                    <a:schemeClr val="tx1"/>
                  </a:gs>
                </a:gsLst>
                <a:path path="circle">
                  <a:fillToRect l="100000" t="100000"/>
                </a:path>
              </a:gradFill>
              <a:latin typeface="Segoe UI Semibold" panose="020B0502040204020203" pitchFamily="34" charset="0"/>
              <a:cs typeface="Segoe Sans Display Semibold" pitchFamily="2" charset="0"/>
            </a:endParaRPr>
          </a:p>
        </p:txBody>
      </p:sp>
      <p:sp>
        <p:nvSpPr>
          <p:cNvPr id="4" name="TextBox 3">
            <a:extLst>
              <a:ext uri="{FF2B5EF4-FFF2-40B4-BE49-F238E27FC236}">
                <a16:creationId xmlns:a16="http://schemas.microsoft.com/office/drawing/2014/main" id="{A2DD8092-1A59-05D4-FF7D-7CC3D0C461D1}"/>
              </a:ext>
            </a:extLst>
          </p:cNvPr>
          <p:cNvSpPr txBox="1"/>
          <p:nvPr/>
        </p:nvSpPr>
        <p:spPr>
          <a:xfrm>
            <a:off x="656114" y="1189914"/>
            <a:ext cx="10881360" cy="381643"/>
          </a:xfrm>
          <a:prstGeom prst="rect">
            <a:avLst/>
          </a:prstGeom>
          <a:noFill/>
        </p:spPr>
        <p:txBody>
          <a:bodyPr wrap="square" lIns="36576" tIns="36576" rIns="36576" bIns="36576" anchor="t">
            <a:spAutoFit/>
          </a:bodyPr>
          <a:lstStyle/>
          <a:p>
            <a:pPr algn="ctr"/>
            <a:r>
              <a:rPr lang="en-CA" sz="2000" kern="0" dirty="0">
                <a:gradFill>
                  <a:gsLst>
                    <a:gs pos="32110">
                      <a:schemeClr val="tx1"/>
                    </a:gs>
                    <a:gs pos="72000">
                      <a:schemeClr val="tx1"/>
                    </a:gs>
                  </a:gsLst>
                  <a:lin ang="2700000" scaled="1"/>
                </a:gradFill>
                <a:latin typeface="Segoe UI Semibold" panose="020B0502040204020203" pitchFamily="34" charset="0"/>
              </a:rPr>
              <a:t>One end-to-end developer workflow</a:t>
            </a:r>
          </a:p>
        </p:txBody>
      </p:sp>
      <p:sp>
        <p:nvSpPr>
          <p:cNvPr id="5" name="Rounded Rectangle 4">
            <a:extLst>
              <a:ext uri="{FF2B5EF4-FFF2-40B4-BE49-F238E27FC236}">
                <a16:creationId xmlns:a16="http://schemas.microsoft.com/office/drawing/2014/main" id="{513C55F7-7DC6-9331-4A46-DEFCB15B94E8}"/>
              </a:ext>
              <a:ext uri="{C183D7F6-B498-43B3-948B-1728B52AA6E4}">
                <adec:decorative xmlns:adec="http://schemas.microsoft.com/office/drawing/2017/decorative" val="1"/>
              </a:ext>
            </a:extLst>
          </p:cNvPr>
          <p:cNvSpPr/>
          <p:nvPr/>
        </p:nvSpPr>
        <p:spPr bwMode="auto">
          <a:xfrm>
            <a:off x="588264" y="2305685"/>
            <a:ext cx="1972738" cy="2246630"/>
          </a:xfrm>
          <a:prstGeom prst="roundRect">
            <a:avLst>
              <a:gd name="adj" fmla="val 10376"/>
            </a:avLst>
          </a:prstGeom>
          <a:solidFill>
            <a:srgbClr val="194449">
              <a:alpha val="10000"/>
            </a:srgbClr>
          </a:solidFill>
        </p:spPr>
        <p:txBody>
          <a:bodyPr wrap="square" lIns="0" tIns="0" rIns="0" bIns="45720" rtlCol="0" anchor="ctr" anchorCtr="0">
            <a:noAutofit/>
          </a:bodyPr>
          <a:lstStyle/>
          <a:p>
            <a:pPr algn="ctr" defTabSz="2275850" fontAlgn="base">
              <a:spcBef>
                <a:spcPts val="200"/>
              </a:spcBef>
              <a:spcAft>
                <a:spcPct val="0"/>
              </a:spcAft>
              <a:tabLst>
                <a:tab pos="3701239" algn="l"/>
              </a:tabLst>
            </a:pPr>
            <a:endParaRPr lang="en-US" sz="1765" b="1" err="1">
              <a:ln w="3175">
                <a:noFill/>
              </a:ln>
              <a:gradFill>
                <a:gsLst>
                  <a:gs pos="22936">
                    <a:schemeClr val="tx1"/>
                  </a:gs>
                  <a:gs pos="38000">
                    <a:schemeClr val="tx1"/>
                  </a:gs>
                </a:gsLst>
                <a:path path="circle">
                  <a:fillToRect l="100000" t="100000"/>
                </a:path>
              </a:gradFill>
              <a:latin typeface="Segoe UI Semibold" panose="020B0502040204020203" pitchFamily="34" charset="0"/>
              <a:cs typeface="Segoe UI" pitchFamily="34" charset="0"/>
            </a:endParaRPr>
          </a:p>
        </p:txBody>
      </p:sp>
      <p:sp>
        <p:nvSpPr>
          <p:cNvPr id="40" name="Rounded Rectangle 39">
            <a:extLst>
              <a:ext uri="{FF2B5EF4-FFF2-40B4-BE49-F238E27FC236}">
                <a16:creationId xmlns:a16="http://schemas.microsoft.com/office/drawing/2014/main" id="{7AB9715E-563D-C6DA-C6CA-45A4428E108C}"/>
              </a:ext>
              <a:ext uri="{C183D7F6-B498-43B3-948B-1728B52AA6E4}">
                <adec:decorative xmlns:adec="http://schemas.microsoft.com/office/drawing/2017/decorative" val="1"/>
              </a:ext>
            </a:extLst>
          </p:cNvPr>
          <p:cNvSpPr/>
          <p:nvPr/>
        </p:nvSpPr>
        <p:spPr bwMode="auto">
          <a:xfrm>
            <a:off x="2848948" y="2305685"/>
            <a:ext cx="1972738" cy="2246630"/>
          </a:xfrm>
          <a:prstGeom prst="roundRect">
            <a:avLst>
              <a:gd name="adj" fmla="val 10376"/>
            </a:avLst>
          </a:prstGeom>
          <a:solidFill>
            <a:srgbClr val="194449">
              <a:alpha val="10000"/>
            </a:srgbClr>
          </a:solidFill>
        </p:spPr>
        <p:txBody>
          <a:bodyPr wrap="square" lIns="0" tIns="0" rIns="0" bIns="45720" rtlCol="0" anchor="ctr" anchorCtr="0">
            <a:noAutofit/>
          </a:bodyPr>
          <a:lstStyle/>
          <a:p>
            <a:pPr algn="ctr" defTabSz="2275850" fontAlgn="base">
              <a:spcBef>
                <a:spcPts val="200"/>
              </a:spcBef>
              <a:spcAft>
                <a:spcPct val="0"/>
              </a:spcAft>
              <a:tabLst>
                <a:tab pos="3701239" algn="l"/>
              </a:tabLst>
            </a:pPr>
            <a:endParaRPr lang="en-US" sz="1765" b="1" err="1">
              <a:ln w="3175">
                <a:noFill/>
              </a:ln>
              <a:gradFill>
                <a:gsLst>
                  <a:gs pos="22936">
                    <a:schemeClr val="tx1"/>
                  </a:gs>
                  <a:gs pos="38000">
                    <a:schemeClr val="tx1"/>
                  </a:gs>
                </a:gsLst>
                <a:path path="circle">
                  <a:fillToRect l="100000" t="100000"/>
                </a:path>
              </a:gradFill>
              <a:latin typeface="Segoe UI Semibold" panose="020B0502040204020203" pitchFamily="34" charset="0"/>
              <a:cs typeface="Segoe UI" pitchFamily="34" charset="0"/>
            </a:endParaRPr>
          </a:p>
        </p:txBody>
      </p:sp>
      <p:sp>
        <p:nvSpPr>
          <p:cNvPr id="41" name="Rounded Rectangle 40">
            <a:extLst>
              <a:ext uri="{FF2B5EF4-FFF2-40B4-BE49-F238E27FC236}">
                <a16:creationId xmlns:a16="http://schemas.microsoft.com/office/drawing/2014/main" id="{F05D448E-DE8F-E8ED-8B58-A27BCA20156B}"/>
              </a:ext>
              <a:ext uri="{C183D7F6-B498-43B3-948B-1728B52AA6E4}">
                <adec:decorative xmlns:adec="http://schemas.microsoft.com/office/drawing/2017/decorative" val="1"/>
              </a:ext>
            </a:extLst>
          </p:cNvPr>
          <p:cNvSpPr/>
          <p:nvPr/>
        </p:nvSpPr>
        <p:spPr bwMode="auto">
          <a:xfrm>
            <a:off x="5109632" y="2305685"/>
            <a:ext cx="1972738" cy="2246630"/>
          </a:xfrm>
          <a:prstGeom prst="roundRect">
            <a:avLst>
              <a:gd name="adj" fmla="val 10376"/>
            </a:avLst>
          </a:prstGeom>
          <a:solidFill>
            <a:srgbClr val="194449">
              <a:alpha val="10000"/>
            </a:srgbClr>
          </a:solidFill>
        </p:spPr>
        <p:txBody>
          <a:bodyPr wrap="square" lIns="0" tIns="0" rIns="0" bIns="45720" rtlCol="0" anchor="ctr" anchorCtr="0">
            <a:noAutofit/>
          </a:bodyPr>
          <a:lstStyle/>
          <a:p>
            <a:pPr algn="ctr" defTabSz="2275850" fontAlgn="base">
              <a:spcBef>
                <a:spcPts val="200"/>
              </a:spcBef>
              <a:spcAft>
                <a:spcPct val="0"/>
              </a:spcAft>
              <a:tabLst>
                <a:tab pos="3701239" algn="l"/>
              </a:tabLst>
            </a:pPr>
            <a:endParaRPr lang="en-US" sz="1765" b="1" err="1">
              <a:ln w="3175">
                <a:noFill/>
              </a:ln>
              <a:gradFill>
                <a:gsLst>
                  <a:gs pos="22936">
                    <a:schemeClr val="tx1"/>
                  </a:gs>
                  <a:gs pos="38000">
                    <a:schemeClr val="tx1"/>
                  </a:gs>
                </a:gsLst>
                <a:path path="circle">
                  <a:fillToRect l="100000" t="100000"/>
                </a:path>
              </a:gradFill>
              <a:latin typeface="Segoe UI Semibold" panose="020B0502040204020203" pitchFamily="34" charset="0"/>
              <a:cs typeface="Segoe UI" pitchFamily="34" charset="0"/>
            </a:endParaRPr>
          </a:p>
        </p:txBody>
      </p:sp>
      <p:sp>
        <p:nvSpPr>
          <p:cNvPr id="42" name="Rounded Rectangle 41">
            <a:extLst>
              <a:ext uri="{FF2B5EF4-FFF2-40B4-BE49-F238E27FC236}">
                <a16:creationId xmlns:a16="http://schemas.microsoft.com/office/drawing/2014/main" id="{92DC36A8-3CAA-55BA-5CC9-025D81CFF507}"/>
              </a:ext>
              <a:ext uri="{C183D7F6-B498-43B3-948B-1728B52AA6E4}">
                <adec:decorative xmlns:adec="http://schemas.microsoft.com/office/drawing/2017/decorative" val="1"/>
              </a:ext>
            </a:extLst>
          </p:cNvPr>
          <p:cNvSpPr/>
          <p:nvPr/>
        </p:nvSpPr>
        <p:spPr bwMode="auto">
          <a:xfrm>
            <a:off x="7370316" y="2305685"/>
            <a:ext cx="1972738" cy="2246630"/>
          </a:xfrm>
          <a:prstGeom prst="roundRect">
            <a:avLst>
              <a:gd name="adj" fmla="val 10376"/>
            </a:avLst>
          </a:prstGeom>
          <a:solidFill>
            <a:srgbClr val="194449">
              <a:alpha val="10000"/>
            </a:srgbClr>
          </a:solidFill>
        </p:spPr>
        <p:txBody>
          <a:bodyPr wrap="square" lIns="0" tIns="0" rIns="0" bIns="45720" rtlCol="0" anchor="ctr" anchorCtr="0">
            <a:noAutofit/>
          </a:bodyPr>
          <a:lstStyle/>
          <a:p>
            <a:pPr algn="ctr" defTabSz="2275850" fontAlgn="base">
              <a:spcBef>
                <a:spcPts val="200"/>
              </a:spcBef>
              <a:spcAft>
                <a:spcPct val="0"/>
              </a:spcAft>
              <a:tabLst>
                <a:tab pos="3701239" algn="l"/>
              </a:tabLst>
            </a:pPr>
            <a:endParaRPr lang="en-US" sz="1765" b="1" err="1">
              <a:ln w="3175">
                <a:noFill/>
              </a:ln>
              <a:gradFill>
                <a:gsLst>
                  <a:gs pos="22936">
                    <a:schemeClr val="tx1"/>
                  </a:gs>
                  <a:gs pos="38000">
                    <a:schemeClr val="tx1"/>
                  </a:gs>
                </a:gsLst>
                <a:path path="circle">
                  <a:fillToRect l="100000" t="100000"/>
                </a:path>
              </a:gradFill>
              <a:latin typeface="Segoe UI Semibold" panose="020B0502040204020203" pitchFamily="34" charset="0"/>
              <a:cs typeface="Segoe UI" pitchFamily="34" charset="0"/>
            </a:endParaRPr>
          </a:p>
        </p:txBody>
      </p:sp>
      <p:sp>
        <p:nvSpPr>
          <p:cNvPr id="44" name="Rounded Rectangle 43">
            <a:extLst>
              <a:ext uri="{FF2B5EF4-FFF2-40B4-BE49-F238E27FC236}">
                <a16:creationId xmlns:a16="http://schemas.microsoft.com/office/drawing/2014/main" id="{FFDED5E1-39DC-C1E4-616D-C281C5AA3C9A}"/>
              </a:ext>
              <a:ext uri="{C183D7F6-B498-43B3-948B-1728B52AA6E4}">
                <adec:decorative xmlns:adec="http://schemas.microsoft.com/office/drawing/2017/decorative" val="1"/>
              </a:ext>
            </a:extLst>
          </p:cNvPr>
          <p:cNvSpPr/>
          <p:nvPr/>
        </p:nvSpPr>
        <p:spPr bwMode="auto">
          <a:xfrm>
            <a:off x="9630998" y="2305685"/>
            <a:ext cx="1972738" cy="2246630"/>
          </a:xfrm>
          <a:prstGeom prst="roundRect">
            <a:avLst>
              <a:gd name="adj" fmla="val 10376"/>
            </a:avLst>
          </a:prstGeom>
          <a:solidFill>
            <a:srgbClr val="194449">
              <a:alpha val="10000"/>
            </a:srgbClr>
          </a:solidFill>
        </p:spPr>
        <p:txBody>
          <a:bodyPr wrap="square" lIns="0" tIns="0" rIns="0" bIns="45720" rtlCol="0" anchor="ctr" anchorCtr="0">
            <a:noAutofit/>
          </a:bodyPr>
          <a:lstStyle/>
          <a:p>
            <a:pPr algn="ctr" defTabSz="2275850" fontAlgn="base">
              <a:spcBef>
                <a:spcPts val="200"/>
              </a:spcBef>
              <a:spcAft>
                <a:spcPct val="0"/>
              </a:spcAft>
              <a:tabLst>
                <a:tab pos="3701239" algn="l"/>
              </a:tabLst>
            </a:pPr>
            <a:endParaRPr lang="en-US" sz="1765" b="1" dirty="0">
              <a:ln w="3175">
                <a:noFill/>
              </a:ln>
              <a:gradFill>
                <a:gsLst>
                  <a:gs pos="22936">
                    <a:schemeClr val="tx1"/>
                  </a:gs>
                  <a:gs pos="38000">
                    <a:schemeClr val="tx1"/>
                  </a:gs>
                </a:gsLst>
                <a:path path="circle">
                  <a:fillToRect l="100000" t="100000"/>
                </a:path>
              </a:gradFill>
              <a:latin typeface="Segoe UI Semibold" panose="020B0502040204020203" pitchFamily="34" charset="0"/>
              <a:cs typeface="Segoe UI" pitchFamily="34" charset="0"/>
            </a:endParaRPr>
          </a:p>
        </p:txBody>
      </p:sp>
      <p:sp>
        <p:nvSpPr>
          <p:cNvPr id="56" name="Oval 55">
            <a:extLst>
              <a:ext uri="{FF2B5EF4-FFF2-40B4-BE49-F238E27FC236}">
                <a16:creationId xmlns:a16="http://schemas.microsoft.com/office/drawing/2014/main" id="{F923C053-6A78-1B5F-1CCC-F4AA4A5623C7}"/>
              </a:ext>
              <a:ext uri="{C183D7F6-B498-43B3-948B-1728B52AA6E4}">
                <adec:decorative xmlns:adec="http://schemas.microsoft.com/office/drawing/2017/decorative" val="1"/>
              </a:ext>
            </a:extLst>
          </p:cNvPr>
          <p:cNvSpPr/>
          <p:nvPr/>
        </p:nvSpPr>
        <p:spPr bwMode="auto">
          <a:xfrm>
            <a:off x="1353034" y="2662921"/>
            <a:ext cx="443198" cy="443198"/>
          </a:xfrm>
          <a:prstGeom prst="ellipse">
            <a:avLst/>
          </a:prstGeom>
          <a:gradFill>
            <a:gsLst>
              <a:gs pos="0">
                <a:srgbClr val="7FC0E6"/>
              </a:gs>
              <a:gs pos="100000">
                <a:srgbClr val="B9DCD2"/>
              </a:gs>
              <a:gs pos="35000">
                <a:srgbClr val="8DC8E8"/>
              </a:gs>
            </a:gsLst>
            <a:lin ang="3600000" scaled="0"/>
          </a:gradFill>
          <a:ln w="15875" cap="rnd">
            <a:noFill/>
            <a:prstDash val="solid"/>
            <a:round/>
          </a:ln>
          <a:effectLst/>
        </p:spPr>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defTabSz="3448206">
              <a:spcBef>
                <a:spcPts val="1206"/>
              </a:spcBef>
              <a:tabLst>
                <a:tab pos="5666852" algn="l"/>
              </a:tabLst>
            </a:pPr>
            <a:r>
              <a:rPr lang="en-US" b="1" dirty="0">
                <a:ln w="3175">
                  <a:noFill/>
                </a:ln>
                <a:latin typeface="Segoe UI Semibold" panose="020B0502040204020203" pitchFamily="34" charset="0"/>
                <a:cs typeface="Segoe Sans Display Semibold" pitchFamily="2" charset="0"/>
              </a:rPr>
              <a:t>1</a:t>
            </a:r>
          </a:p>
        </p:txBody>
      </p:sp>
      <p:sp>
        <p:nvSpPr>
          <p:cNvPr id="46" name="TextBox 45">
            <a:extLst>
              <a:ext uri="{FF2B5EF4-FFF2-40B4-BE49-F238E27FC236}">
                <a16:creationId xmlns:a16="http://schemas.microsoft.com/office/drawing/2014/main" id="{AC535DE7-1087-A60C-149C-44CC9470F572}"/>
              </a:ext>
            </a:extLst>
          </p:cNvPr>
          <p:cNvSpPr txBox="1"/>
          <p:nvPr/>
        </p:nvSpPr>
        <p:spPr>
          <a:xfrm>
            <a:off x="722976" y="3265205"/>
            <a:ext cx="1703314" cy="443198"/>
          </a:xfrm>
          <a:prstGeom prst="rect">
            <a:avLst/>
          </a:prstGeom>
          <a:noFill/>
        </p:spPr>
        <p:txBody>
          <a:bodyPr wrap="square" lIns="36576" tIns="36576" rIns="36576" bIns="36576" anchor="t">
            <a:spAutoFit/>
          </a:bodyPr>
          <a:lstStyle/>
          <a:p>
            <a:pPr algn="ctr" defTabSz="914437" fontAlgn="base">
              <a:spcBef>
                <a:spcPct val="0"/>
              </a:spcBef>
              <a:spcAft>
                <a:spcPct val="0"/>
              </a:spcAft>
              <a:tabLst>
                <a:tab pos="1487158" algn="l"/>
              </a:tabLst>
              <a:defRPr/>
            </a:pPr>
            <a:r>
              <a:rPr sz="2400" b="1" dirty="0">
                <a:ln w="3175">
                  <a:noFill/>
                </a:ln>
                <a:solidFill>
                  <a:srgbClr val="000000"/>
                </a:solidFill>
                <a:latin typeface="Segoe UI Semibold" panose="020B0502040204020203" pitchFamily="34" charset="0"/>
                <a:cs typeface="Segoe UI" pitchFamily="34" charset="0"/>
              </a:rPr>
              <a:t>Discover</a:t>
            </a:r>
          </a:p>
        </p:txBody>
      </p:sp>
      <p:sp>
        <p:nvSpPr>
          <p:cNvPr id="47" name="TextBox 46">
            <a:extLst>
              <a:ext uri="{FF2B5EF4-FFF2-40B4-BE49-F238E27FC236}">
                <a16:creationId xmlns:a16="http://schemas.microsoft.com/office/drawing/2014/main" id="{70DC9EDA-5C60-3DF4-29EE-40A63DE3DC1A}"/>
              </a:ext>
            </a:extLst>
          </p:cNvPr>
          <p:cNvSpPr txBox="1"/>
          <p:nvPr/>
        </p:nvSpPr>
        <p:spPr>
          <a:xfrm>
            <a:off x="779248" y="3796165"/>
            <a:ext cx="1590771" cy="320088"/>
          </a:xfrm>
          <a:prstGeom prst="rect">
            <a:avLst/>
          </a:prstGeom>
          <a:noFill/>
        </p:spPr>
        <p:txBody>
          <a:bodyPr wrap="square" lIns="36576" tIns="36576" rIns="36576" bIns="36576" anchor="t">
            <a:spAutoFit/>
          </a:bodyPr>
          <a:lstStyle/>
          <a:p>
            <a:pPr algn="ctr"/>
            <a:r>
              <a:rPr lang="en-CA" sz="1600" b="1" dirty="0">
                <a:gradFill>
                  <a:gsLst>
                    <a:gs pos="21101">
                      <a:srgbClr val="000000"/>
                    </a:gs>
                    <a:gs pos="31193">
                      <a:srgbClr val="000000"/>
                    </a:gs>
                  </a:gsLst>
                  <a:path path="circle">
                    <a:fillToRect l="100000" t="100000"/>
                  </a:path>
                </a:gradFill>
                <a:latin typeface="Segoe UI Semibold" panose="020B0502040204020203" pitchFamily="34" charset="0"/>
                <a:cs typeface="Segoe Sans Display Semibold" pitchFamily="2" charset="0"/>
              </a:rPr>
              <a:t>Model catalog</a:t>
            </a:r>
          </a:p>
        </p:txBody>
      </p:sp>
      <p:cxnSp>
        <p:nvCxnSpPr>
          <p:cNvPr id="61" name="!!Straight Arrow Connector 119" descr="Arrow right">
            <a:extLst>
              <a:ext uri="{FF2B5EF4-FFF2-40B4-BE49-F238E27FC236}">
                <a16:creationId xmlns:a16="http://schemas.microsoft.com/office/drawing/2014/main" id="{413E8D9A-F9F7-E372-6290-04774D72F187}"/>
              </a:ext>
            </a:extLst>
          </p:cNvPr>
          <p:cNvCxnSpPr>
            <a:cxnSpLocks/>
          </p:cNvCxnSpPr>
          <p:nvPr/>
        </p:nvCxnSpPr>
        <p:spPr>
          <a:xfrm flipH="1">
            <a:off x="2561002" y="3429000"/>
            <a:ext cx="182880" cy="0"/>
          </a:xfrm>
          <a:prstGeom prst="straightConnector1">
            <a:avLst/>
          </a:prstGeom>
          <a:ln w="12700" cap="rnd">
            <a:solidFill>
              <a:schemeClr val="tx1"/>
            </a:solidFill>
            <a:headEnd type="arrow" w="lg" len="sm"/>
            <a:tailEnd type="none" w="lg" len="sm"/>
          </a:ln>
        </p:spPr>
        <p:style>
          <a:lnRef idx="1">
            <a:schemeClr val="accent1"/>
          </a:lnRef>
          <a:fillRef idx="0">
            <a:schemeClr val="accent1"/>
          </a:fillRef>
          <a:effectRef idx="0">
            <a:schemeClr val="accent1"/>
          </a:effectRef>
          <a:fontRef idx="minor">
            <a:schemeClr val="tx1"/>
          </a:fontRef>
        </p:style>
      </p:cxnSp>
      <p:sp>
        <p:nvSpPr>
          <p:cNvPr id="57" name="Oval 56">
            <a:extLst>
              <a:ext uri="{FF2B5EF4-FFF2-40B4-BE49-F238E27FC236}">
                <a16:creationId xmlns:a16="http://schemas.microsoft.com/office/drawing/2014/main" id="{83A6BE4E-D7E5-3851-AFBA-7849310A81AD}"/>
              </a:ext>
              <a:ext uri="{C183D7F6-B498-43B3-948B-1728B52AA6E4}">
                <adec:decorative xmlns:adec="http://schemas.microsoft.com/office/drawing/2017/decorative" val="1"/>
              </a:ext>
            </a:extLst>
          </p:cNvPr>
          <p:cNvSpPr/>
          <p:nvPr/>
        </p:nvSpPr>
        <p:spPr bwMode="auto">
          <a:xfrm>
            <a:off x="3613718" y="2662921"/>
            <a:ext cx="443198" cy="443198"/>
          </a:xfrm>
          <a:prstGeom prst="ellipse">
            <a:avLst/>
          </a:prstGeom>
          <a:gradFill>
            <a:gsLst>
              <a:gs pos="0">
                <a:srgbClr val="7FC0E6"/>
              </a:gs>
              <a:gs pos="100000">
                <a:srgbClr val="B9DCD2"/>
              </a:gs>
              <a:gs pos="35000">
                <a:srgbClr val="8DC8E8"/>
              </a:gs>
            </a:gsLst>
            <a:lin ang="3600000" scaled="0"/>
          </a:gradFill>
          <a:ln w="15875" cap="rnd">
            <a:noFill/>
            <a:prstDash val="solid"/>
            <a:round/>
          </a:ln>
          <a:effectLst/>
        </p:spPr>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defTabSz="3448206">
              <a:spcBef>
                <a:spcPts val="1206"/>
              </a:spcBef>
              <a:tabLst>
                <a:tab pos="5666852" algn="l"/>
              </a:tabLst>
            </a:pPr>
            <a:r>
              <a:rPr lang="en-US" b="1" dirty="0">
                <a:ln w="3175">
                  <a:noFill/>
                </a:ln>
                <a:latin typeface="Segoe UI Semibold" panose="020B0502040204020203" pitchFamily="34" charset="0"/>
                <a:cs typeface="Segoe Sans Display Semibold" pitchFamily="2" charset="0"/>
              </a:rPr>
              <a:t>2</a:t>
            </a:r>
          </a:p>
        </p:txBody>
      </p:sp>
      <p:sp>
        <p:nvSpPr>
          <p:cNvPr id="48" name="TextBox 47">
            <a:extLst>
              <a:ext uri="{FF2B5EF4-FFF2-40B4-BE49-F238E27FC236}">
                <a16:creationId xmlns:a16="http://schemas.microsoft.com/office/drawing/2014/main" id="{C163E4ED-D8B1-A1F1-9C7E-A665EB2EFF29}"/>
              </a:ext>
            </a:extLst>
          </p:cNvPr>
          <p:cNvSpPr txBox="1"/>
          <p:nvPr/>
        </p:nvSpPr>
        <p:spPr>
          <a:xfrm>
            <a:off x="2983660" y="3265205"/>
            <a:ext cx="1703314" cy="443198"/>
          </a:xfrm>
          <a:prstGeom prst="rect">
            <a:avLst/>
          </a:prstGeom>
          <a:noFill/>
        </p:spPr>
        <p:txBody>
          <a:bodyPr wrap="square" lIns="36576" tIns="36576" rIns="36576" bIns="36576" anchor="t">
            <a:spAutoFit/>
          </a:bodyPr>
          <a:lstStyle/>
          <a:p>
            <a:pPr algn="ctr" defTabSz="914437" fontAlgn="base">
              <a:spcBef>
                <a:spcPct val="0"/>
              </a:spcBef>
              <a:spcAft>
                <a:spcPct val="0"/>
              </a:spcAft>
              <a:tabLst>
                <a:tab pos="1487158" algn="l"/>
              </a:tabLst>
              <a:defRPr/>
            </a:pPr>
            <a:r>
              <a:rPr lang="en-CA" sz="2400" b="1" dirty="0">
                <a:ln w="3175">
                  <a:noFill/>
                </a:ln>
                <a:solidFill>
                  <a:srgbClr val="000000"/>
                </a:solidFill>
                <a:latin typeface="Segoe UI Semibold" panose="020B0502040204020203" pitchFamily="34" charset="0"/>
                <a:cs typeface="Segoe UI" pitchFamily="34" charset="0"/>
              </a:rPr>
              <a:t>Verify</a:t>
            </a:r>
          </a:p>
        </p:txBody>
      </p:sp>
      <p:sp>
        <p:nvSpPr>
          <p:cNvPr id="49" name="TextBox 48">
            <a:extLst>
              <a:ext uri="{FF2B5EF4-FFF2-40B4-BE49-F238E27FC236}">
                <a16:creationId xmlns:a16="http://schemas.microsoft.com/office/drawing/2014/main" id="{5B35ABF5-7A02-95A6-4A66-B962C321B050}"/>
              </a:ext>
            </a:extLst>
          </p:cNvPr>
          <p:cNvSpPr txBox="1"/>
          <p:nvPr/>
        </p:nvSpPr>
        <p:spPr>
          <a:xfrm>
            <a:off x="3039932" y="3796165"/>
            <a:ext cx="1590771" cy="320088"/>
          </a:xfrm>
          <a:prstGeom prst="rect">
            <a:avLst/>
          </a:prstGeom>
          <a:noFill/>
        </p:spPr>
        <p:txBody>
          <a:bodyPr wrap="square" lIns="36576" tIns="36576" rIns="36576" bIns="36576" anchor="t">
            <a:spAutoFit/>
          </a:bodyPr>
          <a:lstStyle/>
          <a:p>
            <a:pPr algn="ctr"/>
            <a:r>
              <a:rPr lang="en-CA" sz="1600" b="1" dirty="0">
                <a:gradFill>
                  <a:gsLst>
                    <a:gs pos="21101">
                      <a:srgbClr val="000000"/>
                    </a:gs>
                    <a:gs pos="31193">
                      <a:srgbClr val="000000"/>
                    </a:gs>
                  </a:gsLst>
                  <a:path path="circle">
                    <a:fillToRect l="100000" t="100000"/>
                  </a:path>
                </a:gradFill>
                <a:latin typeface="Segoe UI Semibold" panose="020B0502040204020203" pitchFamily="34" charset="0"/>
                <a:cs typeface="Segoe Sans Display Semibold" pitchFamily="2" charset="0"/>
              </a:rPr>
              <a:t>Project + .env</a:t>
            </a:r>
          </a:p>
        </p:txBody>
      </p:sp>
      <p:cxnSp>
        <p:nvCxnSpPr>
          <p:cNvPr id="62" name="!!Straight Arrow Connector 119" descr="Arrow right">
            <a:extLst>
              <a:ext uri="{FF2B5EF4-FFF2-40B4-BE49-F238E27FC236}">
                <a16:creationId xmlns:a16="http://schemas.microsoft.com/office/drawing/2014/main" id="{AD4BE0D2-D536-82E0-901F-019E66FC7CCE}"/>
              </a:ext>
            </a:extLst>
          </p:cNvPr>
          <p:cNvCxnSpPr>
            <a:cxnSpLocks/>
          </p:cNvCxnSpPr>
          <p:nvPr/>
        </p:nvCxnSpPr>
        <p:spPr>
          <a:xfrm flipH="1">
            <a:off x="4823556" y="3429000"/>
            <a:ext cx="182880" cy="0"/>
          </a:xfrm>
          <a:prstGeom prst="straightConnector1">
            <a:avLst/>
          </a:prstGeom>
          <a:ln w="12700" cap="rnd">
            <a:solidFill>
              <a:schemeClr val="tx1"/>
            </a:solidFill>
            <a:headEnd type="arrow" w="lg" len="sm"/>
            <a:tailEnd type="none" w="lg" len="sm"/>
          </a:ln>
        </p:spPr>
        <p:style>
          <a:lnRef idx="1">
            <a:schemeClr val="accent1"/>
          </a:lnRef>
          <a:fillRef idx="0">
            <a:schemeClr val="accent1"/>
          </a:fillRef>
          <a:effectRef idx="0">
            <a:schemeClr val="accent1"/>
          </a:effectRef>
          <a:fontRef idx="minor">
            <a:schemeClr val="tx1"/>
          </a:fontRef>
        </p:style>
      </p:cxnSp>
      <p:sp>
        <p:nvSpPr>
          <p:cNvPr id="58" name="Oval 57">
            <a:extLst>
              <a:ext uri="{FF2B5EF4-FFF2-40B4-BE49-F238E27FC236}">
                <a16:creationId xmlns:a16="http://schemas.microsoft.com/office/drawing/2014/main" id="{62FA60A3-BF38-E942-4898-B9445F4F50B6}"/>
              </a:ext>
              <a:ext uri="{C183D7F6-B498-43B3-948B-1728B52AA6E4}">
                <adec:decorative xmlns:adec="http://schemas.microsoft.com/office/drawing/2017/decorative" val="1"/>
              </a:ext>
            </a:extLst>
          </p:cNvPr>
          <p:cNvSpPr/>
          <p:nvPr/>
        </p:nvSpPr>
        <p:spPr bwMode="auto">
          <a:xfrm>
            <a:off x="5874402" y="2662921"/>
            <a:ext cx="443198" cy="443198"/>
          </a:xfrm>
          <a:prstGeom prst="ellipse">
            <a:avLst/>
          </a:prstGeom>
          <a:gradFill>
            <a:gsLst>
              <a:gs pos="0">
                <a:srgbClr val="7FC0E6"/>
              </a:gs>
              <a:gs pos="100000">
                <a:srgbClr val="B9DCD2"/>
              </a:gs>
              <a:gs pos="35000">
                <a:srgbClr val="8DC8E8"/>
              </a:gs>
            </a:gsLst>
            <a:lin ang="3600000" scaled="0"/>
          </a:gradFill>
          <a:ln w="15875" cap="rnd">
            <a:noFill/>
            <a:prstDash val="solid"/>
            <a:round/>
          </a:ln>
          <a:effectLst/>
        </p:spPr>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defTabSz="3448206">
              <a:spcBef>
                <a:spcPts val="1206"/>
              </a:spcBef>
              <a:tabLst>
                <a:tab pos="5666852" algn="l"/>
              </a:tabLst>
            </a:pPr>
            <a:r>
              <a:rPr lang="en-US" b="1" dirty="0">
                <a:ln w="3175">
                  <a:noFill/>
                </a:ln>
                <a:latin typeface="Segoe UI Semibold" panose="020B0502040204020203" pitchFamily="34" charset="0"/>
                <a:cs typeface="Segoe Sans Display Semibold" pitchFamily="2" charset="0"/>
              </a:rPr>
              <a:t>3</a:t>
            </a:r>
          </a:p>
        </p:txBody>
      </p:sp>
      <p:sp>
        <p:nvSpPr>
          <p:cNvPr id="50" name="TextBox 49">
            <a:extLst>
              <a:ext uri="{FF2B5EF4-FFF2-40B4-BE49-F238E27FC236}">
                <a16:creationId xmlns:a16="http://schemas.microsoft.com/office/drawing/2014/main" id="{98A67683-87A6-7C6F-9758-BABB373A99EE}"/>
              </a:ext>
            </a:extLst>
          </p:cNvPr>
          <p:cNvSpPr txBox="1"/>
          <p:nvPr/>
        </p:nvSpPr>
        <p:spPr>
          <a:xfrm>
            <a:off x="5244344" y="3265205"/>
            <a:ext cx="1703314" cy="443198"/>
          </a:xfrm>
          <a:prstGeom prst="rect">
            <a:avLst/>
          </a:prstGeom>
          <a:noFill/>
        </p:spPr>
        <p:txBody>
          <a:bodyPr wrap="square" lIns="36576" tIns="36576" rIns="36576" bIns="36576" anchor="t">
            <a:spAutoFit/>
          </a:bodyPr>
          <a:lstStyle/>
          <a:p>
            <a:pPr algn="ctr" defTabSz="914437" fontAlgn="base">
              <a:spcBef>
                <a:spcPct val="0"/>
              </a:spcBef>
              <a:spcAft>
                <a:spcPct val="0"/>
              </a:spcAft>
              <a:tabLst>
                <a:tab pos="1487158" algn="l"/>
              </a:tabLst>
              <a:defRPr/>
            </a:pPr>
            <a:r>
              <a:rPr lang="en-CA" sz="2400" b="1" dirty="0">
                <a:ln w="3175">
                  <a:noFill/>
                </a:ln>
                <a:solidFill>
                  <a:srgbClr val="000000"/>
                </a:solidFill>
                <a:latin typeface="Segoe UI Semibold" panose="020B0502040204020203" pitchFamily="34" charset="0"/>
                <a:cs typeface="Segoe UI" pitchFamily="34" charset="0"/>
              </a:rPr>
              <a:t>Connect</a:t>
            </a:r>
          </a:p>
        </p:txBody>
      </p:sp>
      <p:sp>
        <p:nvSpPr>
          <p:cNvPr id="51" name="TextBox 50">
            <a:extLst>
              <a:ext uri="{FF2B5EF4-FFF2-40B4-BE49-F238E27FC236}">
                <a16:creationId xmlns:a16="http://schemas.microsoft.com/office/drawing/2014/main" id="{CE6220D6-2D08-B9CD-2A76-7D7CC4707135}"/>
              </a:ext>
            </a:extLst>
          </p:cNvPr>
          <p:cNvSpPr txBox="1"/>
          <p:nvPr/>
        </p:nvSpPr>
        <p:spPr>
          <a:xfrm>
            <a:off x="5300616" y="3796165"/>
            <a:ext cx="1590771" cy="320088"/>
          </a:xfrm>
          <a:prstGeom prst="rect">
            <a:avLst/>
          </a:prstGeom>
          <a:noFill/>
        </p:spPr>
        <p:txBody>
          <a:bodyPr wrap="square" lIns="36576" tIns="36576" rIns="36576" bIns="36576" anchor="t">
            <a:spAutoFit/>
          </a:bodyPr>
          <a:lstStyle/>
          <a:p>
            <a:pPr algn="ctr"/>
            <a:r>
              <a:rPr lang="en-CA" sz="1600" b="1" dirty="0">
                <a:gradFill>
                  <a:gsLst>
                    <a:gs pos="21101">
                      <a:srgbClr val="000000"/>
                    </a:gs>
                    <a:gs pos="31193">
                      <a:srgbClr val="000000"/>
                    </a:gs>
                  </a:gsLst>
                  <a:path path="circle">
                    <a:fillToRect l="100000" t="100000"/>
                  </a:path>
                </a:gradFill>
                <a:latin typeface="Segoe UI Semibold" panose="020B0502040204020203" pitchFamily="34" charset="0"/>
                <a:cs typeface="Segoe Sans Display Semibold" pitchFamily="2" charset="0"/>
              </a:rPr>
              <a:t>Responses API</a:t>
            </a:r>
          </a:p>
        </p:txBody>
      </p:sp>
      <p:cxnSp>
        <p:nvCxnSpPr>
          <p:cNvPr id="63" name="!!Straight Arrow Connector 119" descr="Arrow right">
            <a:extLst>
              <a:ext uri="{FF2B5EF4-FFF2-40B4-BE49-F238E27FC236}">
                <a16:creationId xmlns:a16="http://schemas.microsoft.com/office/drawing/2014/main" id="{A8896D55-1A42-9223-D7C4-62206990398E}"/>
              </a:ext>
            </a:extLst>
          </p:cNvPr>
          <p:cNvCxnSpPr>
            <a:cxnSpLocks/>
          </p:cNvCxnSpPr>
          <p:nvPr/>
        </p:nvCxnSpPr>
        <p:spPr>
          <a:xfrm flipH="1">
            <a:off x="7086110" y="3429000"/>
            <a:ext cx="182880" cy="0"/>
          </a:xfrm>
          <a:prstGeom prst="straightConnector1">
            <a:avLst/>
          </a:prstGeom>
          <a:ln w="12700" cap="rnd">
            <a:solidFill>
              <a:schemeClr val="tx1"/>
            </a:solidFill>
            <a:headEnd type="arrow" w="lg" len="sm"/>
            <a:tailEnd type="none" w="lg" len="sm"/>
          </a:ln>
        </p:spPr>
        <p:style>
          <a:lnRef idx="1">
            <a:schemeClr val="accent1"/>
          </a:lnRef>
          <a:fillRef idx="0">
            <a:schemeClr val="accent1"/>
          </a:fillRef>
          <a:effectRef idx="0">
            <a:schemeClr val="accent1"/>
          </a:effectRef>
          <a:fontRef idx="minor">
            <a:schemeClr val="tx1"/>
          </a:fontRef>
        </p:style>
      </p:cxnSp>
      <p:sp>
        <p:nvSpPr>
          <p:cNvPr id="59" name="Oval 58">
            <a:extLst>
              <a:ext uri="{FF2B5EF4-FFF2-40B4-BE49-F238E27FC236}">
                <a16:creationId xmlns:a16="http://schemas.microsoft.com/office/drawing/2014/main" id="{E74B3941-CAF1-FC61-D001-3285D215F93C}"/>
              </a:ext>
              <a:ext uri="{C183D7F6-B498-43B3-948B-1728B52AA6E4}">
                <adec:decorative xmlns:adec="http://schemas.microsoft.com/office/drawing/2017/decorative" val="1"/>
              </a:ext>
            </a:extLst>
          </p:cNvPr>
          <p:cNvSpPr/>
          <p:nvPr/>
        </p:nvSpPr>
        <p:spPr bwMode="auto">
          <a:xfrm>
            <a:off x="8135086" y="2662921"/>
            <a:ext cx="443198" cy="443198"/>
          </a:xfrm>
          <a:prstGeom prst="ellipse">
            <a:avLst/>
          </a:prstGeom>
          <a:gradFill>
            <a:gsLst>
              <a:gs pos="0">
                <a:srgbClr val="7FC0E6"/>
              </a:gs>
              <a:gs pos="100000">
                <a:srgbClr val="B9DCD2"/>
              </a:gs>
              <a:gs pos="35000">
                <a:srgbClr val="8DC8E8"/>
              </a:gs>
            </a:gsLst>
            <a:lin ang="3600000" scaled="0"/>
          </a:gradFill>
          <a:ln w="15875" cap="rnd">
            <a:noFill/>
            <a:prstDash val="solid"/>
            <a:round/>
          </a:ln>
          <a:effectLst/>
        </p:spPr>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defTabSz="3448206">
              <a:spcBef>
                <a:spcPts val="1206"/>
              </a:spcBef>
              <a:tabLst>
                <a:tab pos="5666852" algn="l"/>
              </a:tabLst>
            </a:pPr>
            <a:r>
              <a:rPr lang="en-US" b="1" dirty="0">
                <a:ln w="3175">
                  <a:noFill/>
                </a:ln>
                <a:latin typeface="Segoe UI Semibold" panose="020B0502040204020203" pitchFamily="34" charset="0"/>
                <a:cs typeface="Segoe Sans Display Semibold" pitchFamily="2" charset="0"/>
              </a:rPr>
              <a:t>4</a:t>
            </a:r>
          </a:p>
        </p:txBody>
      </p:sp>
      <p:sp>
        <p:nvSpPr>
          <p:cNvPr id="52" name="TextBox 51">
            <a:extLst>
              <a:ext uri="{FF2B5EF4-FFF2-40B4-BE49-F238E27FC236}">
                <a16:creationId xmlns:a16="http://schemas.microsoft.com/office/drawing/2014/main" id="{4D37D7B3-3628-1021-079D-B69681002BC4}"/>
              </a:ext>
            </a:extLst>
          </p:cNvPr>
          <p:cNvSpPr txBox="1"/>
          <p:nvPr/>
        </p:nvSpPr>
        <p:spPr>
          <a:xfrm>
            <a:off x="7505028" y="3265205"/>
            <a:ext cx="1703314" cy="443198"/>
          </a:xfrm>
          <a:prstGeom prst="rect">
            <a:avLst/>
          </a:prstGeom>
          <a:noFill/>
        </p:spPr>
        <p:txBody>
          <a:bodyPr wrap="square" lIns="36576" tIns="36576" rIns="36576" bIns="36576" anchor="t">
            <a:spAutoFit/>
          </a:bodyPr>
          <a:lstStyle/>
          <a:p>
            <a:pPr algn="ctr" defTabSz="914437" fontAlgn="base">
              <a:spcBef>
                <a:spcPct val="0"/>
              </a:spcBef>
              <a:spcAft>
                <a:spcPct val="0"/>
              </a:spcAft>
              <a:tabLst>
                <a:tab pos="1487158" algn="l"/>
              </a:tabLst>
              <a:defRPr/>
            </a:pPr>
            <a:r>
              <a:rPr lang="en-CA" sz="2400" b="1" dirty="0">
                <a:ln w="3175">
                  <a:noFill/>
                </a:ln>
                <a:solidFill>
                  <a:srgbClr val="000000"/>
                </a:solidFill>
                <a:latin typeface="Segoe UI Semibold" panose="020B0502040204020203" pitchFamily="34" charset="0"/>
                <a:cs typeface="Segoe UI" pitchFamily="34" charset="0"/>
              </a:rPr>
              <a:t>Govern</a:t>
            </a:r>
          </a:p>
        </p:txBody>
      </p:sp>
      <p:sp>
        <p:nvSpPr>
          <p:cNvPr id="53" name="TextBox 52">
            <a:extLst>
              <a:ext uri="{FF2B5EF4-FFF2-40B4-BE49-F238E27FC236}">
                <a16:creationId xmlns:a16="http://schemas.microsoft.com/office/drawing/2014/main" id="{F6DB390B-3964-F72B-6071-68FC0455284C}"/>
              </a:ext>
            </a:extLst>
          </p:cNvPr>
          <p:cNvSpPr txBox="1"/>
          <p:nvPr/>
        </p:nvSpPr>
        <p:spPr>
          <a:xfrm>
            <a:off x="7561300" y="3796165"/>
            <a:ext cx="1590771" cy="320088"/>
          </a:xfrm>
          <a:prstGeom prst="rect">
            <a:avLst/>
          </a:prstGeom>
          <a:noFill/>
        </p:spPr>
        <p:txBody>
          <a:bodyPr wrap="square" lIns="36576" tIns="36576" rIns="36576" bIns="36576" anchor="t">
            <a:spAutoFit/>
          </a:bodyPr>
          <a:lstStyle/>
          <a:p>
            <a:pPr algn="ctr"/>
            <a:r>
              <a:rPr lang="en-CA" sz="1600" b="1" dirty="0">
                <a:gradFill>
                  <a:gsLst>
                    <a:gs pos="21101">
                      <a:srgbClr val="000000"/>
                    </a:gs>
                    <a:gs pos="31193">
                      <a:srgbClr val="000000"/>
                    </a:gs>
                  </a:gsLst>
                  <a:path path="circle">
                    <a:fillToRect l="100000" t="100000"/>
                  </a:path>
                </a:gradFill>
                <a:latin typeface="Segoe UI Semibold" panose="020B0502040204020203" pitchFamily="34" charset="0"/>
                <a:cs typeface="Segoe Sans Display Semibold" pitchFamily="2" charset="0"/>
              </a:rPr>
              <a:t>JSON + routing</a:t>
            </a:r>
          </a:p>
        </p:txBody>
      </p:sp>
      <p:cxnSp>
        <p:nvCxnSpPr>
          <p:cNvPr id="64" name="!!Straight Arrow Connector 119" descr="Arrow right">
            <a:extLst>
              <a:ext uri="{FF2B5EF4-FFF2-40B4-BE49-F238E27FC236}">
                <a16:creationId xmlns:a16="http://schemas.microsoft.com/office/drawing/2014/main" id="{D1C77D07-BB07-06E2-5A0C-B316EA640AFB}"/>
              </a:ext>
            </a:extLst>
          </p:cNvPr>
          <p:cNvCxnSpPr>
            <a:cxnSpLocks/>
          </p:cNvCxnSpPr>
          <p:nvPr/>
        </p:nvCxnSpPr>
        <p:spPr>
          <a:xfrm flipH="1">
            <a:off x="9348664" y="3429000"/>
            <a:ext cx="182880" cy="0"/>
          </a:xfrm>
          <a:prstGeom prst="straightConnector1">
            <a:avLst/>
          </a:prstGeom>
          <a:ln w="12700" cap="rnd">
            <a:solidFill>
              <a:schemeClr val="tx1"/>
            </a:solidFill>
            <a:headEnd type="arrow" w="lg" len="sm"/>
            <a:tailEnd type="none" w="lg" len="sm"/>
          </a:ln>
        </p:spPr>
        <p:style>
          <a:lnRef idx="1">
            <a:schemeClr val="accent1"/>
          </a:lnRef>
          <a:fillRef idx="0">
            <a:schemeClr val="accent1"/>
          </a:fillRef>
          <a:effectRef idx="0">
            <a:schemeClr val="accent1"/>
          </a:effectRef>
          <a:fontRef idx="minor">
            <a:schemeClr val="tx1"/>
          </a:fontRef>
        </p:style>
      </p:cxnSp>
      <p:sp>
        <p:nvSpPr>
          <p:cNvPr id="60" name="Oval 59">
            <a:extLst>
              <a:ext uri="{FF2B5EF4-FFF2-40B4-BE49-F238E27FC236}">
                <a16:creationId xmlns:a16="http://schemas.microsoft.com/office/drawing/2014/main" id="{611D751E-13B5-E92B-873F-C9FDF0E06FC8}"/>
              </a:ext>
              <a:ext uri="{C183D7F6-B498-43B3-948B-1728B52AA6E4}">
                <adec:decorative xmlns:adec="http://schemas.microsoft.com/office/drawing/2017/decorative" val="1"/>
              </a:ext>
            </a:extLst>
          </p:cNvPr>
          <p:cNvSpPr/>
          <p:nvPr/>
        </p:nvSpPr>
        <p:spPr bwMode="auto">
          <a:xfrm>
            <a:off x="10395768" y="2662921"/>
            <a:ext cx="443198" cy="443198"/>
          </a:xfrm>
          <a:prstGeom prst="ellipse">
            <a:avLst/>
          </a:prstGeom>
          <a:gradFill>
            <a:gsLst>
              <a:gs pos="0">
                <a:srgbClr val="7FC0E6"/>
              </a:gs>
              <a:gs pos="100000">
                <a:srgbClr val="B9DCD2"/>
              </a:gs>
              <a:gs pos="35000">
                <a:srgbClr val="8DC8E8"/>
              </a:gs>
            </a:gsLst>
            <a:lin ang="3600000" scaled="0"/>
          </a:gradFill>
          <a:ln w="15875" cap="rnd">
            <a:noFill/>
            <a:prstDash val="solid"/>
            <a:round/>
          </a:ln>
          <a:effectLst/>
        </p:spPr>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defTabSz="3448206">
              <a:spcBef>
                <a:spcPts val="1206"/>
              </a:spcBef>
              <a:tabLst>
                <a:tab pos="5666852" algn="l"/>
              </a:tabLst>
            </a:pPr>
            <a:r>
              <a:rPr lang="en-US" b="1" dirty="0">
                <a:ln w="3175">
                  <a:noFill/>
                </a:ln>
                <a:latin typeface="Segoe UI Semibold" panose="020B0502040204020203" pitchFamily="34" charset="0"/>
                <a:cs typeface="Segoe Sans Display Semibold" pitchFamily="2" charset="0"/>
              </a:rPr>
              <a:t>5</a:t>
            </a:r>
          </a:p>
        </p:txBody>
      </p:sp>
      <p:sp>
        <p:nvSpPr>
          <p:cNvPr id="54" name="TextBox 53">
            <a:extLst>
              <a:ext uri="{FF2B5EF4-FFF2-40B4-BE49-F238E27FC236}">
                <a16:creationId xmlns:a16="http://schemas.microsoft.com/office/drawing/2014/main" id="{EFE4C118-FAB1-41C5-91A1-D764D7821AA8}"/>
              </a:ext>
            </a:extLst>
          </p:cNvPr>
          <p:cNvSpPr txBox="1"/>
          <p:nvPr/>
        </p:nvSpPr>
        <p:spPr>
          <a:xfrm>
            <a:off x="9765710" y="3265205"/>
            <a:ext cx="1703314" cy="443198"/>
          </a:xfrm>
          <a:prstGeom prst="rect">
            <a:avLst/>
          </a:prstGeom>
          <a:noFill/>
        </p:spPr>
        <p:txBody>
          <a:bodyPr wrap="square" lIns="36576" tIns="36576" rIns="36576" bIns="36576" anchor="t">
            <a:spAutoFit/>
          </a:bodyPr>
          <a:lstStyle/>
          <a:p>
            <a:pPr algn="ctr" defTabSz="914437" fontAlgn="base">
              <a:spcBef>
                <a:spcPct val="0"/>
              </a:spcBef>
              <a:spcAft>
                <a:spcPct val="0"/>
              </a:spcAft>
              <a:tabLst>
                <a:tab pos="1487158" algn="l"/>
              </a:tabLst>
              <a:defRPr/>
            </a:pPr>
            <a:r>
              <a:rPr lang="en-CA" sz="2400" b="1" dirty="0">
                <a:ln w="3175">
                  <a:noFill/>
                </a:ln>
                <a:solidFill>
                  <a:srgbClr val="000000"/>
                </a:solidFill>
                <a:latin typeface="Segoe UI Semibold" panose="020B0502040204020203" pitchFamily="34" charset="0"/>
                <a:cs typeface="Segoe UI" pitchFamily="34" charset="0"/>
              </a:rPr>
              <a:t>Deploy</a:t>
            </a:r>
          </a:p>
        </p:txBody>
      </p:sp>
      <p:sp>
        <p:nvSpPr>
          <p:cNvPr id="55" name="TextBox 54">
            <a:extLst>
              <a:ext uri="{FF2B5EF4-FFF2-40B4-BE49-F238E27FC236}">
                <a16:creationId xmlns:a16="http://schemas.microsoft.com/office/drawing/2014/main" id="{E5CDE2DD-97EF-CB1B-4DDF-04417DC985DE}"/>
              </a:ext>
            </a:extLst>
          </p:cNvPr>
          <p:cNvSpPr txBox="1"/>
          <p:nvPr/>
        </p:nvSpPr>
        <p:spPr>
          <a:xfrm>
            <a:off x="9821982" y="3796165"/>
            <a:ext cx="1590771" cy="320088"/>
          </a:xfrm>
          <a:prstGeom prst="rect">
            <a:avLst/>
          </a:prstGeom>
          <a:noFill/>
        </p:spPr>
        <p:txBody>
          <a:bodyPr wrap="square" lIns="36576" tIns="36576" rIns="36576" bIns="36576" anchor="t">
            <a:spAutoFit/>
          </a:bodyPr>
          <a:lstStyle/>
          <a:p>
            <a:pPr algn="ctr"/>
            <a:r>
              <a:rPr lang="en-CA" sz="1600" b="1" dirty="0">
                <a:gradFill>
                  <a:gsLst>
                    <a:gs pos="21101">
                      <a:srgbClr val="000000"/>
                    </a:gs>
                    <a:gs pos="31193">
                      <a:srgbClr val="000000"/>
                    </a:gs>
                  </a:gsLst>
                  <a:path path="circle">
                    <a:fillToRect l="100000" t="100000"/>
                  </a:path>
                </a:gradFill>
                <a:latin typeface="Segoe UI Semibold" panose="020B0502040204020203" pitchFamily="34" charset="0"/>
                <a:cs typeface="Segoe Sans Display Semibold" pitchFamily="2" charset="0"/>
              </a:rPr>
              <a:t>Hosted agent</a:t>
            </a:r>
          </a:p>
        </p:txBody>
      </p:sp>
      <p:sp>
        <p:nvSpPr>
          <p:cNvPr id="39" name="TextBox 38"/>
          <p:cNvSpPr txBox="1"/>
          <p:nvPr/>
        </p:nvSpPr>
        <p:spPr>
          <a:xfrm>
            <a:off x="2766646" y="4952351"/>
            <a:ext cx="6658708" cy="812530"/>
          </a:xfrm>
          <a:prstGeom prst="rect">
            <a:avLst/>
          </a:prstGeom>
          <a:noFill/>
        </p:spPr>
        <p:txBody>
          <a:bodyPr wrap="square" lIns="36576" tIns="36576" rIns="36576" bIns="36576" anchor="t">
            <a:spAutoFit/>
          </a:bodyPr>
          <a:lstStyle/>
          <a:p>
            <a:pPr algn="ctr"/>
            <a:r>
              <a:rPr sz="2400" b="1" dirty="0">
                <a:ln w="3175">
                  <a:noFill/>
                </a:ln>
                <a:gradFill flip="none" rotWithShape="1">
                  <a:gsLst>
                    <a:gs pos="0">
                      <a:srgbClr val="175B9C"/>
                    </a:gs>
                    <a:gs pos="100000">
                      <a:srgbClr val="87ADA2"/>
                    </a:gs>
                    <a:gs pos="50000">
                      <a:srgbClr val="0078D4"/>
                    </a:gs>
                  </a:gsLst>
                  <a:path path="circle">
                    <a:fillToRect t="100000" r="100000"/>
                  </a:path>
                  <a:tileRect l="-100000" b="-100000"/>
                </a:gradFill>
                <a:latin typeface="Segoe UI Semibold" panose="020B0502040204020203" pitchFamily="34" charset="0"/>
                <a:cs typeface="Segoe UI" pitchFamily="34" charset="0"/>
              </a:rPr>
              <a:t>Lab 5 model comparison is a self-paced extension after the live session</a:t>
            </a:r>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
                                  </p:stCondLst>
                                  <p:childTnLst>
                                    <p:set>
                                      <p:cBhvr>
                                        <p:cTn id="6" dur="1" fill="hold">
                                          <p:stCondLst>
                                            <p:cond delay="0"/>
                                          </p:stCondLst>
                                        </p:cTn>
                                        <p:tgtEl>
                                          <p:spTgt spid="56"/>
                                        </p:tgtEl>
                                        <p:attrNameLst>
                                          <p:attrName>style.visibility</p:attrName>
                                        </p:attrNameLst>
                                      </p:cBhvr>
                                      <p:to>
                                        <p:strVal val="visible"/>
                                      </p:to>
                                    </p:set>
                                    <p:animEffect transition="in" filter="fade">
                                      <p:cBhvr>
                                        <p:cTn id="7" dur="500"/>
                                        <p:tgtEl>
                                          <p:spTgt spid="56"/>
                                        </p:tgtEl>
                                      </p:cBhvr>
                                    </p:animEffect>
                                  </p:childTnLst>
                                </p:cTn>
                              </p:par>
                              <p:par>
                                <p:cTn id="8" presetID="10" presetClass="entr" presetSubtype="0" fill="hold" grpId="0" nodeType="withEffect">
                                  <p:stCondLst>
                                    <p:cond delay="200"/>
                                  </p:stCondLst>
                                  <p:childTnLst>
                                    <p:set>
                                      <p:cBhvr>
                                        <p:cTn id="9" dur="1" fill="hold">
                                          <p:stCondLst>
                                            <p:cond delay="0"/>
                                          </p:stCondLst>
                                        </p:cTn>
                                        <p:tgtEl>
                                          <p:spTgt spid="57"/>
                                        </p:tgtEl>
                                        <p:attrNameLst>
                                          <p:attrName>style.visibility</p:attrName>
                                        </p:attrNameLst>
                                      </p:cBhvr>
                                      <p:to>
                                        <p:strVal val="visible"/>
                                      </p:to>
                                    </p:set>
                                    <p:animEffect transition="in" filter="fade">
                                      <p:cBhvr>
                                        <p:cTn id="10" dur="500"/>
                                        <p:tgtEl>
                                          <p:spTgt spid="57"/>
                                        </p:tgtEl>
                                      </p:cBhvr>
                                    </p:animEffect>
                                  </p:childTnLst>
                                </p:cTn>
                              </p:par>
                              <p:par>
                                <p:cTn id="11" presetID="10" presetClass="entr" presetSubtype="0" fill="hold" grpId="0" nodeType="withEffect">
                                  <p:stCondLst>
                                    <p:cond delay="300"/>
                                  </p:stCondLst>
                                  <p:childTnLst>
                                    <p:set>
                                      <p:cBhvr>
                                        <p:cTn id="12" dur="1" fill="hold">
                                          <p:stCondLst>
                                            <p:cond delay="0"/>
                                          </p:stCondLst>
                                        </p:cTn>
                                        <p:tgtEl>
                                          <p:spTgt spid="58"/>
                                        </p:tgtEl>
                                        <p:attrNameLst>
                                          <p:attrName>style.visibility</p:attrName>
                                        </p:attrNameLst>
                                      </p:cBhvr>
                                      <p:to>
                                        <p:strVal val="visible"/>
                                      </p:to>
                                    </p:set>
                                    <p:animEffect transition="in" filter="fade">
                                      <p:cBhvr>
                                        <p:cTn id="13" dur="500"/>
                                        <p:tgtEl>
                                          <p:spTgt spid="58"/>
                                        </p:tgtEl>
                                      </p:cBhvr>
                                    </p:animEffect>
                                  </p:childTnLst>
                                </p:cTn>
                              </p:par>
                              <p:par>
                                <p:cTn id="14" presetID="10" presetClass="entr" presetSubtype="0" fill="hold" grpId="0" nodeType="withEffect">
                                  <p:stCondLst>
                                    <p:cond delay="400"/>
                                  </p:stCondLst>
                                  <p:childTnLst>
                                    <p:set>
                                      <p:cBhvr>
                                        <p:cTn id="15" dur="1" fill="hold">
                                          <p:stCondLst>
                                            <p:cond delay="0"/>
                                          </p:stCondLst>
                                        </p:cTn>
                                        <p:tgtEl>
                                          <p:spTgt spid="59"/>
                                        </p:tgtEl>
                                        <p:attrNameLst>
                                          <p:attrName>style.visibility</p:attrName>
                                        </p:attrNameLst>
                                      </p:cBhvr>
                                      <p:to>
                                        <p:strVal val="visible"/>
                                      </p:to>
                                    </p:set>
                                    <p:animEffect transition="in" filter="fade">
                                      <p:cBhvr>
                                        <p:cTn id="16" dur="500"/>
                                        <p:tgtEl>
                                          <p:spTgt spid="59"/>
                                        </p:tgtEl>
                                      </p:cBhvr>
                                    </p:animEffect>
                                  </p:childTnLst>
                                </p:cTn>
                              </p:par>
                              <p:par>
                                <p:cTn id="17" presetID="10" presetClass="entr" presetSubtype="0" fill="hold" grpId="0" nodeType="withEffect">
                                  <p:stCondLst>
                                    <p:cond delay="500"/>
                                  </p:stCondLst>
                                  <p:childTnLst>
                                    <p:set>
                                      <p:cBhvr>
                                        <p:cTn id="18" dur="1" fill="hold">
                                          <p:stCondLst>
                                            <p:cond delay="0"/>
                                          </p:stCondLst>
                                        </p:cTn>
                                        <p:tgtEl>
                                          <p:spTgt spid="60"/>
                                        </p:tgtEl>
                                        <p:attrNameLst>
                                          <p:attrName>style.visibility</p:attrName>
                                        </p:attrNameLst>
                                      </p:cBhvr>
                                      <p:to>
                                        <p:strVal val="visible"/>
                                      </p:to>
                                    </p:set>
                                    <p:animEffect transition="in" filter="fade">
                                      <p:cBhvr>
                                        <p:cTn id="19" dur="500"/>
                                        <p:tgtEl>
                                          <p:spTgt spid="6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
                                        </p:tgtEl>
                                        <p:attrNameLst>
                                          <p:attrName>style.visibility</p:attrName>
                                        </p:attrNameLst>
                                      </p:cBhvr>
                                      <p:to>
                                        <p:strVal val="visible"/>
                                      </p:to>
                                    </p:set>
                                    <p:animEffect transition="in" filter="fade">
                                      <p:cBhvr>
                                        <p:cTn id="22" dur="500"/>
                                        <p:tgtEl>
                                          <p:spTgt spid="2"/>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4"/>
                                        </p:tgtEl>
                                        <p:attrNameLst>
                                          <p:attrName>style.visibility</p:attrName>
                                        </p:attrNameLst>
                                      </p:cBhvr>
                                      <p:to>
                                        <p:strVal val="visible"/>
                                      </p:to>
                                    </p:set>
                                    <p:animEffect transition="in" filter="fade">
                                      <p:cBhvr>
                                        <p:cTn id="25" dur="500"/>
                                        <p:tgtEl>
                                          <p:spTgt spid="4"/>
                                        </p:tgtEl>
                                      </p:cBhvr>
                                    </p:animEffect>
                                  </p:childTnLst>
                                </p:cTn>
                              </p:par>
                              <p:par>
                                <p:cTn id="26" presetID="10" presetClass="entr" presetSubtype="0" fill="hold" grpId="0" nodeType="withEffect">
                                  <p:stCondLst>
                                    <p:cond delay="100"/>
                                  </p:stCondLst>
                                  <p:childTnLst>
                                    <p:set>
                                      <p:cBhvr>
                                        <p:cTn id="27" dur="1" fill="hold">
                                          <p:stCondLst>
                                            <p:cond delay="0"/>
                                          </p:stCondLst>
                                        </p:cTn>
                                        <p:tgtEl>
                                          <p:spTgt spid="5"/>
                                        </p:tgtEl>
                                        <p:attrNameLst>
                                          <p:attrName>style.visibility</p:attrName>
                                        </p:attrNameLst>
                                      </p:cBhvr>
                                      <p:to>
                                        <p:strVal val="visible"/>
                                      </p:to>
                                    </p:set>
                                    <p:animEffect transition="in" filter="fade">
                                      <p:cBhvr>
                                        <p:cTn id="28" dur="500"/>
                                        <p:tgtEl>
                                          <p:spTgt spid="5"/>
                                        </p:tgtEl>
                                      </p:cBhvr>
                                    </p:animEffect>
                                  </p:childTnLst>
                                </p:cTn>
                              </p:par>
                              <p:par>
                                <p:cTn id="29" presetID="10" presetClass="entr" presetSubtype="0" fill="hold" grpId="0" nodeType="withEffect">
                                  <p:stCondLst>
                                    <p:cond delay="100"/>
                                  </p:stCondLst>
                                  <p:childTnLst>
                                    <p:set>
                                      <p:cBhvr>
                                        <p:cTn id="30" dur="1" fill="hold">
                                          <p:stCondLst>
                                            <p:cond delay="0"/>
                                          </p:stCondLst>
                                        </p:cTn>
                                        <p:tgtEl>
                                          <p:spTgt spid="46"/>
                                        </p:tgtEl>
                                        <p:attrNameLst>
                                          <p:attrName>style.visibility</p:attrName>
                                        </p:attrNameLst>
                                      </p:cBhvr>
                                      <p:to>
                                        <p:strVal val="visible"/>
                                      </p:to>
                                    </p:set>
                                    <p:animEffect transition="in" filter="fade">
                                      <p:cBhvr>
                                        <p:cTn id="31" dur="500"/>
                                        <p:tgtEl>
                                          <p:spTgt spid="46"/>
                                        </p:tgtEl>
                                      </p:cBhvr>
                                    </p:animEffect>
                                  </p:childTnLst>
                                </p:cTn>
                              </p:par>
                              <p:par>
                                <p:cTn id="32" presetID="10" presetClass="entr" presetSubtype="0" fill="hold" grpId="0" nodeType="withEffect">
                                  <p:stCondLst>
                                    <p:cond delay="100"/>
                                  </p:stCondLst>
                                  <p:childTnLst>
                                    <p:set>
                                      <p:cBhvr>
                                        <p:cTn id="33" dur="1" fill="hold">
                                          <p:stCondLst>
                                            <p:cond delay="0"/>
                                          </p:stCondLst>
                                        </p:cTn>
                                        <p:tgtEl>
                                          <p:spTgt spid="47"/>
                                        </p:tgtEl>
                                        <p:attrNameLst>
                                          <p:attrName>style.visibility</p:attrName>
                                        </p:attrNameLst>
                                      </p:cBhvr>
                                      <p:to>
                                        <p:strVal val="visible"/>
                                      </p:to>
                                    </p:set>
                                    <p:animEffect transition="in" filter="fade">
                                      <p:cBhvr>
                                        <p:cTn id="34" dur="500"/>
                                        <p:tgtEl>
                                          <p:spTgt spid="47"/>
                                        </p:tgtEl>
                                      </p:cBhvr>
                                    </p:animEffect>
                                  </p:childTnLst>
                                </p:cTn>
                              </p:par>
                              <p:par>
                                <p:cTn id="35" presetID="10" presetClass="entr" presetSubtype="0" fill="hold" grpId="0" nodeType="withEffect">
                                  <p:stCondLst>
                                    <p:cond delay="200"/>
                                  </p:stCondLst>
                                  <p:childTnLst>
                                    <p:set>
                                      <p:cBhvr>
                                        <p:cTn id="36" dur="1" fill="hold">
                                          <p:stCondLst>
                                            <p:cond delay="0"/>
                                          </p:stCondLst>
                                        </p:cTn>
                                        <p:tgtEl>
                                          <p:spTgt spid="40"/>
                                        </p:tgtEl>
                                        <p:attrNameLst>
                                          <p:attrName>style.visibility</p:attrName>
                                        </p:attrNameLst>
                                      </p:cBhvr>
                                      <p:to>
                                        <p:strVal val="visible"/>
                                      </p:to>
                                    </p:set>
                                    <p:animEffect transition="in" filter="fade">
                                      <p:cBhvr>
                                        <p:cTn id="37" dur="500"/>
                                        <p:tgtEl>
                                          <p:spTgt spid="40"/>
                                        </p:tgtEl>
                                      </p:cBhvr>
                                    </p:animEffect>
                                  </p:childTnLst>
                                </p:cTn>
                              </p:par>
                              <p:par>
                                <p:cTn id="38" presetID="10" presetClass="entr" presetSubtype="0" fill="hold" grpId="0" nodeType="withEffect">
                                  <p:stCondLst>
                                    <p:cond delay="200"/>
                                  </p:stCondLst>
                                  <p:childTnLst>
                                    <p:set>
                                      <p:cBhvr>
                                        <p:cTn id="39" dur="1" fill="hold">
                                          <p:stCondLst>
                                            <p:cond delay="0"/>
                                          </p:stCondLst>
                                        </p:cTn>
                                        <p:tgtEl>
                                          <p:spTgt spid="48"/>
                                        </p:tgtEl>
                                        <p:attrNameLst>
                                          <p:attrName>style.visibility</p:attrName>
                                        </p:attrNameLst>
                                      </p:cBhvr>
                                      <p:to>
                                        <p:strVal val="visible"/>
                                      </p:to>
                                    </p:set>
                                    <p:animEffect transition="in" filter="fade">
                                      <p:cBhvr>
                                        <p:cTn id="40" dur="500"/>
                                        <p:tgtEl>
                                          <p:spTgt spid="48"/>
                                        </p:tgtEl>
                                      </p:cBhvr>
                                    </p:animEffect>
                                  </p:childTnLst>
                                </p:cTn>
                              </p:par>
                              <p:par>
                                <p:cTn id="41" presetID="10" presetClass="entr" presetSubtype="0" fill="hold" grpId="0" nodeType="withEffect">
                                  <p:stCondLst>
                                    <p:cond delay="200"/>
                                  </p:stCondLst>
                                  <p:childTnLst>
                                    <p:set>
                                      <p:cBhvr>
                                        <p:cTn id="42" dur="1" fill="hold">
                                          <p:stCondLst>
                                            <p:cond delay="0"/>
                                          </p:stCondLst>
                                        </p:cTn>
                                        <p:tgtEl>
                                          <p:spTgt spid="49"/>
                                        </p:tgtEl>
                                        <p:attrNameLst>
                                          <p:attrName>style.visibility</p:attrName>
                                        </p:attrNameLst>
                                      </p:cBhvr>
                                      <p:to>
                                        <p:strVal val="visible"/>
                                      </p:to>
                                    </p:set>
                                    <p:animEffect transition="in" filter="fade">
                                      <p:cBhvr>
                                        <p:cTn id="43" dur="500"/>
                                        <p:tgtEl>
                                          <p:spTgt spid="49"/>
                                        </p:tgtEl>
                                      </p:cBhvr>
                                    </p:animEffect>
                                  </p:childTnLst>
                                </p:cTn>
                              </p:par>
                              <p:par>
                                <p:cTn id="44" presetID="10" presetClass="entr" presetSubtype="0" fill="hold" grpId="0" nodeType="withEffect">
                                  <p:stCondLst>
                                    <p:cond delay="300"/>
                                  </p:stCondLst>
                                  <p:childTnLst>
                                    <p:set>
                                      <p:cBhvr>
                                        <p:cTn id="45" dur="1" fill="hold">
                                          <p:stCondLst>
                                            <p:cond delay="0"/>
                                          </p:stCondLst>
                                        </p:cTn>
                                        <p:tgtEl>
                                          <p:spTgt spid="41"/>
                                        </p:tgtEl>
                                        <p:attrNameLst>
                                          <p:attrName>style.visibility</p:attrName>
                                        </p:attrNameLst>
                                      </p:cBhvr>
                                      <p:to>
                                        <p:strVal val="visible"/>
                                      </p:to>
                                    </p:set>
                                    <p:animEffect transition="in" filter="fade">
                                      <p:cBhvr>
                                        <p:cTn id="46" dur="500"/>
                                        <p:tgtEl>
                                          <p:spTgt spid="41"/>
                                        </p:tgtEl>
                                      </p:cBhvr>
                                    </p:animEffect>
                                  </p:childTnLst>
                                </p:cTn>
                              </p:par>
                              <p:par>
                                <p:cTn id="47" presetID="10" presetClass="entr" presetSubtype="0" fill="hold" grpId="0" nodeType="withEffect">
                                  <p:stCondLst>
                                    <p:cond delay="300"/>
                                  </p:stCondLst>
                                  <p:childTnLst>
                                    <p:set>
                                      <p:cBhvr>
                                        <p:cTn id="48" dur="1" fill="hold">
                                          <p:stCondLst>
                                            <p:cond delay="0"/>
                                          </p:stCondLst>
                                        </p:cTn>
                                        <p:tgtEl>
                                          <p:spTgt spid="50"/>
                                        </p:tgtEl>
                                        <p:attrNameLst>
                                          <p:attrName>style.visibility</p:attrName>
                                        </p:attrNameLst>
                                      </p:cBhvr>
                                      <p:to>
                                        <p:strVal val="visible"/>
                                      </p:to>
                                    </p:set>
                                    <p:animEffect transition="in" filter="fade">
                                      <p:cBhvr>
                                        <p:cTn id="49" dur="500"/>
                                        <p:tgtEl>
                                          <p:spTgt spid="50"/>
                                        </p:tgtEl>
                                      </p:cBhvr>
                                    </p:animEffect>
                                  </p:childTnLst>
                                </p:cTn>
                              </p:par>
                              <p:par>
                                <p:cTn id="50" presetID="10" presetClass="entr" presetSubtype="0" fill="hold" grpId="0" nodeType="withEffect">
                                  <p:stCondLst>
                                    <p:cond delay="300"/>
                                  </p:stCondLst>
                                  <p:childTnLst>
                                    <p:set>
                                      <p:cBhvr>
                                        <p:cTn id="51" dur="1" fill="hold">
                                          <p:stCondLst>
                                            <p:cond delay="0"/>
                                          </p:stCondLst>
                                        </p:cTn>
                                        <p:tgtEl>
                                          <p:spTgt spid="51"/>
                                        </p:tgtEl>
                                        <p:attrNameLst>
                                          <p:attrName>style.visibility</p:attrName>
                                        </p:attrNameLst>
                                      </p:cBhvr>
                                      <p:to>
                                        <p:strVal val="visible"/>
                                      </p:to>
                                    </p:set>
                                    <p:animEffect transition="in" filter="fade">
                                      <p:cBhvr>
                                        <p:cTn id="52" dur="500"/>
                                        <p:tgtEl>
                                          <p:spTgt spid="51"/>
                                        </p:tgtEl>
                                      </p:cBhvr>
                                    </p:animEffect>
                                  </p:childTnLst>
                                </p:cTn>
                              </p:par>
                              <p:par>
                                <p:cTn id="53" presetID="10" presetClass="entr" presetSubtype="0" fill="hold" grpId="0" nodeType="withEffect">
                                  <p:stCondLst>
                                    <p:cond delay="400"/>
                                  </p:stCondLst>
                                  <p:childTnLst>
                                    <p:set>
                                      <p:cBhvr>
                                        <p:cTn id="54" dur="1" fill="hold">
                                          <p:stCondLst>
                                            <p:cond delay="0"/>
                                          </p:stCondLst>
                                        </p:cTn>
                                        <p:tgtEl>
                                          <p:spTgt spid="42"/>
                                        </p:tgtEl>
                                        <p:attrNameLst>
                                          <p:attrName>style.visibility</p:attrName>
                                        </p:attrNameLst>
                                      </p:cBhvr>
                                      <p:to>
                                        <p:strVal val="visible"/>
                                      </p:to>
                                    </p:set>
                                    <p:animEffect transition="in" filter="fade">
                                      <p:cBhvr>
                                        <p:cTn id="55" dur="500"/>
                                        <p:tgtEl>
                                          <p:spTgt spid="42"/>
                                        </p:tgtEl>
                                      </p:cBhvr>
                                    </p:animEffect>
                                  </p:childTnLst>
                                </p:cTn>
                              </p:par>
                              <p:par>
                                <p:cTn id="56" presetID="10" presetClass="entr" presetSubtype="0" fill="hold" grpId="0" nodeType="withEffect">
                                  <p:stCondLst>
                                    <p:cond delay="400"/>
                                  </p:stCondLst>
                                  <p:childTnLst>
                                    <p:set>
                                      <p:cBhvr>
                                        <p:cTn id="57" dur="1" fill="hold">
                                          <p:stCondLst>
                                            <p:cond delay="0"/>
                                          </p:stCondLst>
                                        </p:cTn>
                                        <p:tgtEl>
                                          <p:spTgt spid="52"/>
                                        </p:tgtEl>
                                        <p:attrNameLst>
                                          <p:attrName>style.visibility</p:attrName>
                                        </p:attrNameLst>
                                      </p:cBhvr>
                                      <p:to>
                                        <p:strVal val="visible"/>
                                      </p:to>
                                    </p:set>
                                    <p:animEffect transition="in" filter="fade">
                                      <p:cBhvr>
                                        <p:cTn id="58" dur="500"/>
                                        <p:tgtEl>
                                          <p:spTgt spid="52"/>
                                        </p:tgtEl>
                                      </p:cBhvr>
                                    </p:animEffect>
                                  </p:childTnLst>
                                </p:cTn>
                              </p:par>
                              <p:par>
                                <p:cTn id="59" presetID="10" presetClass="entr" presetSubtype="0" fill="hold" grpId="0" nodeType="withEffect">
                                  <p:stCondLst>
                                    <p:cond delay="400"/>
                                  </p:stCondLst>
                                  <p:childTnLst>
                                    <p:set>
                                      <p:cBhvr>
                                        <p:cTn id="60" dur="1" fill="hold">
                                          <p:stCondLst>
                                            <p:cond delay="0"/>
                                          </p:stCondLst>
                                        </p:cTn>
                                        <p:tgtEl>
                                          <p:spTgt spid="53"/>
                                        </p:tgtEl>
                                        <p:attrNameLst>
                                          <p:attrName>style.visibility</p:attrName>
                                        </p:attrNameLst>
                                      </p:cBhvr>
                                      <p:to>
                                        <p:strVal val="visible"/>
                                      </p:to>
                                    </p:set>
                                    <p:animEffect transition="in" filter="fade">
                                      <p:cBhvr>
                                        <p:cTn id="61" dur="500"/>
                                        <p:tgtEl>
                                          <p:spTgt spid="53"/>
                                        </p:tgtEl>
                                      </p:cBhvr>
                                    </p:animEffect>
                                  </p:childTnLst>
                                </p:cTn>
                              </p:par>
                              <p:par>
                                <p:cTn id="62" presetID="10" presetClass="entr" presetSubtype="0" fill="hold" grpId="0" nodeType="withEffect">
                                  <p:stCondLst>
                                    <p:cond delay="500"/>
                                  </p:stCondLst>
                                  <p:childTnLst>
                                    <p:set>
                                      <p:cBhvr>
                                        <p:cTn id="63" dur="1" fill="hold">
                                          <p:stCondLst>
                                            <p:cond delay="0"/>
                                          </p:stCondLst>
                                        </p:cTn>
                                        <p:tgtEl>
                                          <p:spTgt spid="44"/>
                                        </p:tgtEl>
                                        <p:attrNameLst>
                                          <p:attrName>style.visibility</p:attrName>
                                        </p:attrNameLst>
                                      </p:cBhvr>
                                      <p:to>
                                        <p:strVal val="visible"/>
                                      </p:to>
                                    </p:set>
                                    <p:animEffect transition="in" filter="fade">
                                      <p:cBhvr>
                                        <p:cTn id="64" dur="500"/>
                                        <p:tgtEl>
                                          <p:spTgt spid="44"/>
                                        </p:tgtEl>
                                      </p:cBhvr>
                                    </p:animEffect>
                                  </p:childTnLst>
                                </p:cTn>
                              </p:par>
                              <p:par>
                                <p:cTn id="65" presetID="10" presetClass="entr" presetSubtype="0" fill="hold" grpId="0" nodeType="withEffect">
                                  <p:stCondLst>
                                    <p:cond delay="500"/>
                                  </p:stCondLst>
                                  <p:childTnLst>
                                    <p:set>
                                      <p:cBhvr>
                                        <p:cTn id="66" dur="1" fill="hold">
                                          <p:stCondLst>
                                            <p:cond delay="0"/>
                                          </p:stCondLst>
                                        </p:cTn>
                                        <p:tgtEl>
                                          <p:spTgt spid="54"/>
                                        </p:tgtEl>
                                        <p:attrNameLst>
                                          <p:attrName>style.visibility</p:attrName>
                                        </p:attrNameLst>
                                      </p:cBhvr>
                                      <p:to>
                                        <p:strVal val="visible"/>
                                      </p:to>
                                    </p:set>
                                    <p:animEffect transition="in" filter="fade">
                                      <p:cBhvr>
                                        <p:cTn id="67" dur="500"/>
                                        <p:tgtEl>
                                          <p:spTgt spid="54"/>
                                        </p:tgtEl>
                                      </p:cBhvr>
                                    </p:animEffect>
                                  </p:childTnLst>
                                </p:cTn>
                              </p:par>
                              <p:par>
                                <p:cTn id="68" presetID="10" presetClass="entr" presetSubtype="0" fill="hold" grpId="0" nodeType="withEffect">
                                  <p:stCondLst>
                                    <p:cond delay="500"/>
                                  </p:stCondLst>
                                  <p:childTnLst>
                                    <p:set>
                                      <p:cBhvr>
                                        <p:cTn id="69" dur="1" fill="hold">
                                          <p:stCondLst>
                                            <p:cond delay="0"/>
                                          </p:stCondLst>
                                        </p:cTn>
                                        <p:tgtEl>
                                          <p:spTgt spid="55"/>
                                        </p:tgtEl>
                                        <p:attrNameLst>
                                          <p:attrName>style.visibility</p:attrName>
                                        </p:attrNameLst>
                                      </p:cBhvr>
                                      <p:to>
                                        <p:strVal val="visible"/>
                                      </p:to>
                                    </p:set>
                                    <p:animEffect transition="in" filter="fade">
                                      <p:cBhvr>
                                        <p:cTn id="70" dur="500"/>
                                        <p:tgtEl>
                                          <p:spTgt spid="55"/>
                                        </p:tgtEl>
                                      </p:cBhvr>
                                    </p:animEffect>
                                  </p:childTnLst>
                                </p:cTn>
                              </p:par>
                              <p:par>
                                <p:cTn id="71" presetID="10" presetClass="entr" presetSubtype="0" fill="hold" nodeType="withEffect">
                                  <p:stCondLst>
                                    <p:cond delay="500"/>
                                  </p:stCondLst>
                                  <p:childTnLst>
                                    <p:set>
                                      <p:cBhvr>
                                        <p:cTn id="72" dur="1" fill="hold">
                                          <p:stCondLst>
                                            <p:cond delay="0"/>
                                          </p:stCondLst>
                                        </p:cTn>
                                        <p:tgtEl>
                                          <p:spTgt spid="64"/>
                                        </p:tgtEl>
                                        <p:attrNameLst>
                                          <p:attrName>style.visibility</p:attrName>
                                        </p:attrNameLst>
                                      </p:cBhvr>
                                      <p:to>
                                        <p:strVal val="visible"/>
                                      </p:to>
                                    </p:set>
                                    <p:animEffect transition="in" filter="fade">
                                      <p:cBhvr>
                                        <p:cTn id="73" dur="500"/>
                                        <p:tgtEl>
                                          <p:spTgt spid="64"/>
                                        </p:tgtEl>
                                      </p:cBhvr>
                                    </p:animEffect>
                                  </p:childTnLst>
                                </p:cTn>
                              </p:par>
                              <p:par>
                                <p:cTn id="74" presetID="10" presetClass="entr" presetSubtype="0" fill="hold" nodeType="withEffect">
                                  <p:stCondLst>
                                    <p:cond delay="400"/>
                                  </p:stCondLst>
                                  <p:childTnLst>
                                    <p:set>
                                      <p:cBhvr>
                                        <p:cTn id="75" dur="1" fill="hold">
                                          <p:stCondLst>
                                            <p:cond delay="0"/>
                                          </p:stCondLst>
                                        </p:cTn>
                                        <p:tgtEl>
                                          <p:spTgt spid="63"/>
                                        </p:tgtEl>
                                        <p:attrNameLst>
                                          <p:attrName>style.visibility</p:attrName>
                                        </p:attrNameLst>
                                      </p:cBhvr>
                                      <p:to>
                                        <p:strVal val="visible"/>
                                      </p:to>
                                    </p:set>
                                    <p:animEffect transition="in" filter="fade">
                                      <p:cBhvr>
                                        <p:cTn id="76" dur="500"/>
                                        <p:tgtEl>
                                          <p:spTgt spid="63"/>
                                        </p:tgtEl>
                                      </p:cBhvr>
                                    </p:animEffect>
                                  </p:childTnLst>
                                </p:cTn>
                              </p:par>
                              <p:par>
                                <p:cTn id="77" presetID="10" presetClass="entr" presetSubtype="0" fill="hold" nodeType="withEffect">
                                  <p:stCondLst>
                                    <p:cond delay="300"/>
                                  </p:stCondLst>
                                  <p:childTnLst>
                                    <p:set>
                                      <p:cBhvr>
                                        <p:cTn id="78" dur="1" fill="hold">
                                          <p:stCondLst>
                                            <p:cond delay="0"/>
                                          </p:stCondLst>
                                        </p:cTn>
                                        <p:tgtEl>
                                          <p:spTgt spid="62"/>
                                        </p:tgtEl>
                                        <p:attrNameLst>
                                          <p:attrName>style.visibility</p:attrName>
                                        </p:attrNameLst>
                                      </p:cBhvr>
                                      <p:to>
                                        <p:strVal val="visible"/>
                                      </p:to>
                                    </p:set>
                                    <p:animEffect transition="in" filter="fade">
                                      <p:cBhvr>
                                        <p:cTn id="79" dur="500"/>
                                        <p:tgtEl>
                                          <p:spTgt spid="62"/>
                                        </p:tgtEl>
                                      </p:cBhvr>
                                    </p:animEffect>
                                  </p:childTnLst>
                                </p:cTn>
                              </p:par>
                              <p:par>
                                <p:cTn id="80" presetID="10" presetClass="entr" presetSubtype="0" fill="hold" nodeType="withEffect">
                                  <p:stCondLst>
                                    <p:cond delay="200"/>
                                  </p:stCondLst>
                                  <p:childTnLst>
                                    <p:set>
                                      <p:cBhvr>
                                        <p:cTn id="81" dur="1" fill="hold">
                                          <p:stCondLst>
                                            <p:cond delay="0"/>
                                          </p:stCondLst>
                                        </p:cTn>
                                        <p:tgtEl>
                                          <p:spTgt spid="61"/>
                                        </p:tgtEl>
                                        <p:attrNameLst>
                                          <p:attrName>style.visibility</p:attrName>
                                        </p:attrNameLst>
                                      </p:cBhvr>
                                      <p:to>
                                        <p:strVal val="visible"/>
                                      </p:to>
                                    </p:set>
                                    <p:animEffect transition="in" filter="fade">
                                      <p:cBhvr>
                                        <p:cTn id="82" dur="500"/>
                                        <p:tgtEl>
                                          <p:spTgt spid="61"/>
                                        </p:tgtEl>
                                      </p:cBhvr>
                                    </p:animEffect>
                                  </p:childTnLst>
                                </p:cTn>
                              </p:par>
                              <p:par>
                                <p:cTn id="83" presetID="10" presetClass="entr" presetSubtype="0" fill="hold" grpId="0" nodeType="withEffect">
                                  <p:stCondLst>
                                    <p:cond delay="600"/>
                                  </p:stCondLst>
                                  <p:childTnLst>
                                    <p:set>
                                      <p:cBhvr>
                                        <p:cTn id="84" dur="1" fill="hold">
                                          <p:stCondLst>
                                            <p:cond delay="0"/>
                                          </p:stCondLst>
                                        </p:cTn>
                                        <p:tgtEl>
                                          <p:spTgt spid="39"/>
                                        </p:tgtEl>
                                        <p:attrNameLst>
                                          <p:attrName>style.visibility</p:attrName>
                                        </p:attrNameLst>
                                      </p:cBhvr>
                                      <p:to>
                                        <p:strVal val="visible"/>
                                      </p:to>
                                    </p:set>
                                    <p:animEffect transition="in" filter="fade">
                                      <p:cBhvr>
                                        <p:cTn id="85" dur="5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4" grpId="0"/>
      <p:bldP spid="5" grpId="0" animBg="1"/>
      <p:bldP spid="40" grpId="0" animBg="1"/>
      <p:bldP spid="41" grpId="0" animBg="1"/>
      <p:bldP spid="42" grpId="0" animBg="1"/>
      <p:bldP spid="44" grpId="0" animBg="1"/>
      <p:bldP spid="56" grpId="0" animBg="1"/>
      <p:bldP spid="46" grpId="0"/>
      <p:bldP spid="47" grpId="0"/>
      <p:bldP spid="57" grpId="0" animBg="1"/>
      <p:bldP spid="48" grpId="0"/>
      <p:bldP spid="49" grpId="0"/>
      <p:bldP spid="58" grpId="0" animBg="1"/>
      <p:bldP spid="50" grpId="0"/>
      <p:bldP spid="51" grpId="0"/>
      <p:bldP spid="59" grpId="0" animBg="1"/>
      <p:bldP spid="52" grpId="0"/>
      <p:bldP spid="53" grpId="0"/>
      <p:bldP spid="60" grpId="0" animBg="1"/>
      <p:bldP spid="54" grpId="0"/>
      <p:bldP spid="55" grpId="0"/>
      <p:bldP spid="39"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5A4D7B-886F-C95E-7398-6938D1C1A64F}"/>
              </a:ext>
            </a:extLst>
          </p:cNvPr>
          <p:cNvSpPr>
            <a:spLocks noGrp="1"/>
          </p:cNvSpPr>
          <p:nvPr>
            <p:ph type="title"/>
          </p:nvPr>
        </p:nvSpPr>
        <p:spPr>
          <a:xfrm>
            <a:off x="588263" y="457200"/>
            <a:ext cx="11018520" cy="553998"/>
          </a:xfrm>
        </p:spPr>
        <p:txBody>
          <a:bodyPr/>
          <a:lstStyle/>
          <a:p>
            <a:r>
              <a:rPr lang="en-CA" dirty="0"/>
              <a:t>Your </a:t>
            </a:r>
            <a:r>
              <a:rPr lang="en-CA" dirty="0" err="1"/>
              <a:t>skillable</a:t>
            </a:r>
            <a:r>
              <a:rPr lang="en-CA" dirty="0"/>
              <a:t> environment</a:t>
            </a:r>
            <a:endParaRPr lang="en-US" dirty="0"/>
          </a:p>
        </p:txBody>
      </p:sp>
      <p:sp>
        <p:nvSpPr>
          <p:cNvPr id="4" name="TextBox 3">
            <a:extLst>
              <a:ext uri="{FF2B5EF4-FFF2-40B4-BE49-F238E27FC236}">
                <a16:creationId xmlns:a16="http://schemas.microsoft.com/office/drawing/2014/main" id="{CC5CA827-900A-D24B-E8FC-A3ADA7DA1632}"/>
              </a:ext>
            </a:extLst>
          </p:cNvPr>
          <p:cNvSpPr txBox="1"/>
          <p:nvPr/>
        </p:nvSpPr>
        <p:spPr>
          <a:xfrm>
            <a:off x="587375" y="1047929"/>
            <a:ext cx="10881360" cy="381643"/>
          </a:xfrm>
          <a:prstGeom prst="rect">
            <a:avLst/>
          </a:prstGeom>
          <a:noFill/>
        </p:spPr>
        <p:txBody>
          <a:bodyPr wrap="square" lIns="36576" tIns="36576" rIns="36576" bIns="36576" anchor="t">
            <a:spAutoFit/>
          </a:bodyPr>
          <a:lstStyle/>
          <a:p>
            <a:r>
              <a:rPr lang="en-CA" sz="2000" kern="0" dirty="0">
                <a:gradFill>
                  <a:gsLst>
                    <a:gs pos="32110">
                      <a:schemeClr val="tx1"/>
                    </a:gs>
                    <a:gs pos="72000">
                      <a:schemeClr val="tx1"/>
                    </a:gs>
                  </a:gsLst>
                  <a:lin ang="2700000" scaled="1"/>
                </a:gradFill>
                <a:latin typeface="Segoe UI Semibold" panose="020B0502040204020203" pitchFamily="34" charset="0"/>
              </a:rPr>
              <a:t>Everything you need is provided in the lab instructions panel</a:t>
            </a:r>
          </a:p>
        </p:txBody>
      </p:sp>
      <p:sp>
        <p:nvSpPr>
          <p:cNvPr id="32" name="Rounded Rectangle 31">
            <a:extLst>
              <a:ext uri="{FF2B5EF4-FFF2-40B4-BE49-F238E27FC236}">
                <a16:creationId xmlns:a16="http://schemas.microsoft.com/office/drawing/2014/main" id="{EA8DFC6F-AF93-4E95-428F-173F4BE0CA0B}"/>
              </a:ext>
              <a:ext uri="{C183D7F6-B498-43B3-948B-1728B52AA6E4}">
                <adec:decorative xmlns:adec="http://schemas.microsoft.com/office/drawing/2017/decorative" val="1"/>
              </a:ext>
            </a:extLst>
          </p:cNvPr>
          <p:cNvSpPr/>
          <p:nvPr/>
        </p:nvSpPr>
        <p:spPr>
          <a:xfrm>
            <a:off x="585786" y="3763107"/>
            <a:ext cx="11017249" cy="2192216"/>
          </a:xfrm>
          <a:prstGeom prst="roundRect">
            <a:avLst>
              <a:gd name="adj" fmla="val 13860"/>
            </a:avLst>
          </a:prstGeom>
          <a:solidFill>
            <a:srgbClr val="194449">
              <a:alpha val="10000"/>
            </a:srgbClr>
          </a:solidFill>
        </p:spPr>
        <p:txBody>
          <a:bodyPr wrap="square" lIns="0" tIns="0" rIns="0" bIns="45720" rtlCol="0" anchor="ctr" anchorCtr="0">
            <a:noAutofit/>
          </a:bodyPr>
          <a:lstStyle/>
          <a:p>
            <a:pPr algn="ctr" defTabSz="2275850" fontAlgn="base">
              <a:spcBef>
                <a:spcPts val="200"/>
              </a:spcBef>
              <a:spcAft>
                <a:spcPct val="0"/>
              </a:spcAft>
              <a:tabLst>
                <a:tab pos="3701239" algn="l"/>
              </a:tabLst>
            </a:pPr>
            <a:endParaRPr lang="en-CA" sz="1765" b="1" dirty="0">
              <a:ln w="3175">
                <a:noFill/>
              </a:ln>
              <a:gradFill>
                <a:gsLst>
                  <a:gs pos="22936">
                    <a:schemeClr val="tx1"/>
                  </a:gs>
                  <a:gs pos="38000">
                    <a:schemeClr val="tx1"/>
                  </a:gs>
                </a:gsLst>
                <a:path path="circle">
                  <a:fillToRect l="100000" t="100000"/>
                </a:path>
              </a:gradFill>
              <a:latin typeface="Segoe UI Semibold" panose="020B0502040204020203" pitchFamily="34" charset="0"/>
              <a:cs typeface="Segoe UI" pitchFamily="34" charset="0"/>
            </a:endParaRPr>
          </a:p>
        </p:txBody>
      </p:sp>
      <p:sp>
        <p:nvSpPr>
          <p:cNvPr id="10" name="Rounded Rectangle 9"/>
          <p:cNvSpPr/>
          <p:nvPr/>
        </p:nvSpPr>
        <p:spPr>
          <a:xfrm>
            <a:off x="585787" y="1934308"/>
            <a:ext cx="2103120" cy="1543460"/>
          </a:xfrm>
          <a:prstGeom prst="roundRect">
            <a:avLst>
              <a:gd name="adj" fmla="val 17231"/>
            </a:avLst>
          </a:prstGeom>
          <a:noFill/>
          <a:ln w="12700" cap="rnd">
            <a:solidFill>
              <a:schemeClr val="tx1">
                <a:alpha val="50000"/>
              </a:schemeClr>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txBody>
          <a:bodyPr wrap="square" lIns="180000" tIns="0" rIns="0" bIns="0" rtlCol="0" anchor="ctr" anchorCtr="0">
            <a:noAutofit/>
          </a:bodyPr>
          <a:lstStyle/>
          <a:p>
            <a:pPr defTabSz="914437" fontAlgn="base">
              <a:spcBef>
                <a:spcPct val="0"/>
              </a:spcBef>
              <a:spcAft>
                <a:spcPct val="0"/>
              </a:spcAft>
              <a:tabLst>
                <a:tab pos="1487158" algn="l"/>
              </a:tabLst>
              <a:defRPr/>
            </a:pPr>
            <a:r>
              <a:rPr lang="en-CA" sz="2800" b="1" spc="-50" dirty="0">
                <a:ln w="3175">
                  <a:noFill/>
                </a:ln>
                <a:gradFill flip="none" rotWithShape="1">
                  <a:gsLst>
                    <a:gs pos="0">
                      <a:srgbClr val="175B9C"/>
                    </a:gs>
                    <a:gs pos="100000">
                      <a:srgbClr val="87ADA2"/>
                    </a:gs>
                    <a:gs pos="50000">
                      <a:srgbClr val="0078D4"/>
                    </a:gs>
                  </a:gsLst>
                  <a:path path="circle">
                    <a:fillToRect t="100000" r="100000"/>
                  </a:path>
                  <a:tileRect l="-100000" b="-100000"/>
                </a:gradFill>
                <a:latin typeface="Segoe UI Semibold" panose="020B0502040204020203" pitchFamily="34" charset="0"/>
                <a:cs typeface="Segoe UI" pitchFamily="34" charset="0"/>
              </a:rPr>
              <a:t>VM</a:t>
            </a:r>
          </a:p>
          <a:p>
            <a:pPr>
              <a:spcBef>
                <a:spcPts val="500"/>
              </a:spcBef>
            </a:pPr>
            <a:r>
              <a:rPr lang="en-CA" sz="1600" b="1" dirty="0">
                <a:gradFill>
                  <a:gsLst>
                    <a:gs pos="21101">
                      <a:srgbClr val="000000"/>
                    </a:gs>
                    <a:gs pos="31193">
                      <a:srgbClr val="000000"/>
                    </a:gs>
                  </a:gsLst>
                  <a:path path="circle">
                    <a:fillToRect l="100000" t="100000"/>
                  </a:path>
                </a:gradFill>
                <a:latin typeface="Segoe UI Semibold" panose="020B0502040204020203" pitchFamily="34" charset="0"/>
                <a:cs typeface="Segoe Sans Display Semibold" pitchFamily="2" charset="0"/>
              </a:rPr>
              <a:t>Password + </a:t>
            </a:r>
            <a:br>
              <a:rPr lang="en-CA" sz="1600" b="1" dirty="0">
                <a:gradFill>
                  <a:gsLst>
                    <a:gs pos="21101">
                      <a:srgbClr val="000000"/>
                    </a:gs>
                    <a:gs pos="31193">
                      <a:srgbClr val="000000"/>
                    </a:gs>
                  </a:gsLst>
                  <a:path path="circle">
                    <a:fillToRect l="100000" t="100000"/>
                  </a:path>
                </a:gradFill>
                <a:latin typeface="Segoe UI Semibold" panose="020B0502040204020203" pitchFamily="34" charset="0"/>
                <a:cs typeface="Segoe Sans Display Semibold" pitchFamily="2" charset="0"/>
              </a:rPr>
            </a:br>
            <a:r>
              <a:rPr lang="en-CA" sz="1600" b="1" dirty="0">
                <a:gradFill>
                  <a:gsLst>
                    <a:gs pos="21101">
                      <a:srgbClr val="000000"/>
                    </a:gs>
                    <a:gs pos="31193">
                      <a:srgbClr val="000000"/>
                    </a:gs>
                  </a:gsLst>
                  <a:path path="circle">
                    <a:fillToRect l="100000" t="100000"/>
                  </a:path>
                </a:gradFill>
                <a:latin typeface="Segoe UI Semibold" panose="020B0502040204020203" pitchFamily="34" charset="0"/>
                <a:cs typeface="Segoe Sans Display Semibold" pitchFamily="2" charset="0"/>
              </a:rPr>
              <a:t>desktop</a:t>
            </a:r>
          </a:p>
        </p:txBody>
      </p:sp>
      <p:sp>
        <p:nvSpPr>
          <p:cNvPr id="6" name="Rounded Rectangle 5">
            <a:extLst>
              <a:ext uri="{FF2B5EF4-FFF2-40B4-BE49-F238E27FC236}">
                <a16:creationId xmlns:a16="http://schemas.microsoft.com/office/drawing/2014/main" id="{C8E7FD6F-AD91-4578-F1E3-BF52FACD9AD9}"/>
              </a:ext>
            </a:extLst>
          </p:cNvPr>
          <p:cNvSpPr/>
          <p:nvPr/>
        </p:nvSpPr>
        <p:spPr>
          <a:xfrm>
            <a:off x="2815113" y="1934308"/>
            <a:ext cx="2103120" cy="1543460"/>
          </a:xfrm>
          <a:prstGeom prst="roundRect">
            <a:avLst>
              <a:gd name="adj" fmla="val 17231"/>
            </a:avLst>
          </a:prstGeom>
          <a:noFill/>
          <a:ln w="12700" cap="rnd">
            <a:solidFill>
              <a:schemeClr val="tx1">
                <a:alpha val="50000"/>
              </a:schemeClr>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txBody>
          <a:bodyPr wrap="square" lIns="180000" tIns="0" rIns="0" bIns="0" rtlCol="0" anchor="ctr" anchorCtr="0">
            <a:noAutofit/>
          </a:bodyPr>
          <a:lstStyle/>
          <a:p>
            <a:pPr defTabSz="914437" fontAlgn="base">
              <a:spcBef>
                <a:spcPct val="0"/>
              </a:spcBef>
              <a:spcAft>
                <a:spcPct val="0"/>
              </a:spcAft>
              <a:tabLst>
                <a:tab pos="1487158" algn="l"/>
              </a:tabLst>
              <a:defRPr/>
            </a:pPr>
            <a:r>
              <a:rPr lang="en-CA" sz="2800" b="1" spc="-50" dirty="0">
                <a:ln w="3175">
                  <a:noFill/>
                </a:ln>
                <a:gradFill flip="none" rotWithShape="1">
                  <a:gsLst>
                    <a:gs pos="0">
                      <a:srgbClr val="175B9C"/>
                    </a:gs>
                    <a:gs pos="100000">
                      <a:srgbClr val="87ADA2"/>
                    </a:gs>
                    <a:gs pos="50000">
                      <a:srgbClr val="0078D4"/>
                    </a:gs>
                  </a:gsLst>
                  <a:path path="circle">
                    <a:fillToRect t="100000" r="100000"/>
                  </a:path>
                  <a:tileRect l="-100000" b="-100000"/>
                </a:gradFill>
                <a:latin typeface="Segoe UI Semibold" panose="020B0502040204020203" pitchFamily="34" charset="0"/>
                <a:cs typeface="Segoe UI" pitchFamily="34" charset="0"/>
              </a:rPr>
              <a:t>AZURE</a:t>
            </a:r>
          </a:p>
          <a:p>
            <a:pPr>
              <a:spcBef>
                <a:spcPts val="500"/>
              </a:spcBef>
            </a:pPr>
            <a:r>
              <a:rPr lang="en-CA" sz="1600" b="1" dirty="0">
                <a:gradFill>
                  <a:gsLst>
                    <a:gs pos="21101">
                      <a:srgbClr val="000000"/>
                    </a:gs>
                    <a:gs pos="31193">
                      <a:srgbClr val="000000"/>
                    </a:gs>
                  </a:gsLst>
                  <a:path path="circle">
                    <a:fillToRect l="100000" t="100000"/>
                  </a:path>
                </a:gradFill>
                <a:latin typeface="Segoe UI Semibold" panose="020B0502040204020203" pitchFamily="34" charset="0"/>
                <a:cs typeface="Segoe Sans Display Semibold" pitchFamily="2" charset="0"/>
              </a:rPr>
              <a:t>Username + TAP/password</a:t>
            </a:r>
          </a:p>
        </p:txBody>
      </p:sp>
      <p:sp>
        <p:nvSpPr>
          <p:cNvPr id="29" name="Rounded Rectangle 28">
            <a:extLst>
              <a:ext uri="{FF2B5EF4-FFF2-40B4-BE49-F238E27FC236}">
                <a16:creationId xmlns:a16="http://schemas.microsoft.com/office/drawing/2014/main" id="{4448AE10-AA48-F8DC-4E67-32C7C36BE94E}"/>
              </a:ext>
            </a:extLst>
          </p:cNvPr>
          <p:cNvSpPr/>
          <p:nvPr/>
        </p:nvSpPr>
        <p:spPr>
          <a:xfrm>
            <a:off x="5044439" y="1934308"/>
            <a:ext cx="2103120" cy="1543460"/>
          </a:xfrm>
          <a:prstGeom prst="roundRect">
            <a:avLst>
              <a:gd name="adj" fmla="val 17231"/>
            </a:avLst>
          </a:prstGeom>
          <a:noFill/>
          <a:ln w="12700" cap="rnd">
            <a:solidFill>
              <a:schemeClr val="tx1">
                <a:alpha val="50000"/>
              </a:schemeClr>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txBody>
          <a:bodyPr wrap="square" lIns="180000" tIns="0" rIns="0" bIns="0" rtlCol="0" anchor="ctr" anchorCtr="0">
            <a:noAutofit/>
          </a:bodyPr>
          <a:lstStyle/>
          <a:p>
            <a:pPr defTabSz="914437" fontAlgn="base">
              <a:spcBef>
                <a:spcPct val="0"/>
              </a:spcBef>
              <a:spcAft>
                <a:spcPct val="0"/>
              </a:spcAft>
              <a:tabLst>
                <a:tab pos="1487158" algn="l"/>
              </a:tabLst>
              <a:defRPr/>
            </a:pPr>
            <a:r>
              <a:rPr lang="en-CA" sz="2800" b="1" spc="-50" dirty="0">
                <a:ln w="3175">
                  <a:noFill/>
                </a:ln>
                <a:gradFill flip="none" rotWithShape="1">
                  <a:gsLst>
                    <a:gs pos="0">
                      <a:srgbClr val="175B9C"/>
                    </a:gs>
                    <a:gs pos="100000">
                      <a:srgbClr val="87ADA2"/>
                    </a:gs>
                    <a:gs pos="50000">
                      <a:srgbClr val="0078D4"/>
                    </a:gs>
                  </a:gsLst>
                  <a:path path="circle">
                    <a:fillToRect t="100000" r="100000"/>
                  </a:path>
                  <a:tileRect l="-100000" b="-100000"/>
                </a:gradFill>
                <a:latin typeface="Segoe UI Semibold" panose="020B0502040204020203" pitchFamily="34" charset="0"/>
                <a:cs typeface="Segoe UI" pitchFamily="34" charset="0"/>
              </a:rPr>
              <a:t>.ENV</a:t>
            </a:r>
          </a:p>
          <a:p>
            <a:pPr>
              <a:spcBef>
                <a:spcPts val="500"/>
              </a:spcBef>
            </a:pPr>
            <a:r>
              <a:rPr lang="en-CA" sz="1600" b="1" dirty="0">
                <a:gradFill>
                  <a:gsLst>
                    <a:gs pos="21101">
                      <a:srgbClr val="000000"/>
                    </a:gs>
                    <a:gs pos="31193">
                      <a:srgbClr val="000000"/>
                    </a:gs>
                  </a:gsLst>
                  <a:path path="circle">
                    <a:fillToRect l="100000" t="100000"/>
                  </a:path>
                </a:gradFill>
                <a:latin typeface="Segoe UI Semibold" panose="020B0502040204020203" pitchFamily="34" charset="0"/>
                <a:cs typeface="Segoe Sans Display Semibold" pitchFamily="2" charset="0"/>
              </a:rPr>
              <a:t>Project endpoint configured</a:t>
            </a:r>
          </a:p>
        </p:txBody>
      </p:sp>
      <p:sp>
        <p:nvSpPr>
          <p:cNvPr id="30" name="Rounded Rectangle 29">
            <a:extLst>
              <a:ext uri="{FF2B5EF4-FFF2-40B4-BE49-F238E27FC236}">
                <a16:creationId xmlns:a16="http://schemas.microsoft.com/office/drawing/2014/main" id="{89C88FCC-F4FC-FF55-E713-7E2DC9A83053}"/>
              </a:ext>
            </a:extLst>
          </p:cNvPr>
          <p:cNvSpPr/>
          <p:nvPr/>
        </p:nvSpPr>
        <p:spPr>
          <a:xfrm>
            <a:off x="7273765" y="1934308"/>
            <a:ext cx="2103120" cy="1543460"/>
          </a:xfrm>
          <a:prstGeom prst="roundRect">
            <a:avLst>
              <a:gd name="adj" fmla="val 17231"/>
            </a:avLst>
          </a:prstGeom>
          <a:noFill/>
          <a:ln w="12700" cap="rnd">
            <a:solidFill>
              <a:schemeClr val="tx1">
                <a:alpha val="50000"/>
              </a:schemeClr>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txBody>
          <a:bodyPr wrap="square" lIns="180000" tIns="0" rIns="0" bIns="0" rtlCol="0" anchor="ctr" anchorCtr="0">
            <a:noAutofit/>
          </a:bodyPr>
          <a:lstStyle/>
          <a:p>
            <a:pPr defTabSz="914437" fontAlgn="base">
              <a:spcBef>
                <a:spcPct val="0"/>
              </a:spcBef>
              <a:spcAft>
                <a:spcPct val="0"/>
              </a:spcAft>
              <a:tabLst>
                <a:tab pos="1487158" algn="l"/>
              </a:tabLst>
              <a:defRPr/>
            </a:pPr>
            <a:r>
              <a:rPr lang="en-CA" sz="2800" b="1" spc="-50" dirty="0">
                <a:ln w="3175">
                  <a:noFill/>
                </a:ln>
                <a:gradFill flip="none" rotWithShape="1">
                  <a:gsLst>
                    <a:gs pos="0">
                      <a:srgbClr val="175B9C"/>
                    </a:gs>
                    <a:gs pos="100000">
                      <a:srgbClr val="87ADA2"/>
                    </a:gs>
                    <a:gs pos="50000">
                      <a:srgbClr val="0078D4"/>
                    </a:gs>
                  </a:gsLst>
                  <a:path path="circle">
                    <a:fillToRect t="100000" r="100000"/>
                  </a:path>
                  <a:tileRect l="-100000" b="-100000"/>
                </a:gradFill>
                <a:latin typeface="Segoe UI Semibold" panose="020B0502040204020203" pitchFamily="34" charset="0"/>
                <a:cs typeface="Segoe UI" pitchFamily="34" charset="0"/>
              </a:rPr>
              <a:t>MODEL</a:t>
            </a:r>
          </a:p>
          <a:p>
            <a:pPr>
              <a:spcBef>
                <a:spcPts val="500"/>
              </a:spcBef>
            </a:pPr>
            <a:r>
              <a:rPr lang="en-CA" sz="1600" b="1" dirty="0">
                <a:gradFill>
                  <a:gsLst>
                    <a:gs pos="21101">
                      <a:srgbClr val="000000"/>
                    </a:gs>
                    <a:gs pos="31193">
                      <a:srgbClr val="000000"/>
                    </a:gs>
                  </a:gsLst>
                  <a:path path="circle">
                    <a:fillToRect l="100000" t="100000"/>
                  </a:path>
                </a:gradFill>
                <a:latin typeface="Segoe UI Semibold" panose="020B0502040204020203" pitchFamily="34" charset="0"/>
                <a:cs typeface="Segoe Sans Display Semibold" pitchFamily="2" charset="0"/>
              </a:rPr>
              <a:t>gpt-5.4-mini deployed</a:t>
            </a:r>
          </a:p>
        </p:txBody>
      </p:sp>
      <p:sp>
        <p:nvSpPr>
          <p:cNvPr id="31" name="Rounded Rectangle 30">
            <a:extLst>
              <a:ext uri="{FF2B5EF4-FFF2-40B4-BE49-F238E27FC236}">
                <a16:creationId xmlns:a16="http://schemas.microsoft.com/office/drawing/2014/main" id="{9E3A8CEC-9716-0C88-BF23-ADCC8F7A0791}"/>
              </a:ext>
            </a:extLst>
          </p:cNvPr>
          <p:cNvSpPr/>
          <p:nvPr/>
        </p:nvSpPr>
        <p:spPr>
          <a:xfrm>
            <a:off x="9503093" y="1934308"/>
            <a:ext cx="2103120" cy="1543460"/>
          </a:xfrm>
          <a:prstGeom prst="roundRect">
            <a:avLst>
              <a:gd name="adj" fmla="val 17231"/>
            </a:avLst>
          </a:prstGeom>
          <a:noFill/>
          <a:ln w="12700" cap="rnd">
            <a:solidFill>
              <a:schemeClr val="tx1">
                <a:alpha val="50000"/>
              </a:schemeClr>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txBody>
          <a:bodyPr wrap="square" lIns="180000" tIns="0" rIns="0" bIns="0" rtlCol="0" anchor="ctr" anchorCtr="0">
            <a:noAutofit/>
          </a:bodyPr>
          <a:lstStyle/>
          <a:p>
            <a:pPr defTabSz="914437" fontAlgn="base">
              <a:spcBef>
                <a:spcPct val="0"/>
              </a:spcBef>
              <a:spcAft>
                <a:spcPct val="0"/>
              </a:spcAft>
              <a:tabLst>
                <a:tab pos="1487158" algn="l"/>
              </a:tabLst>
              <a:defRPr/>
            </a:pPr>
            <a:r>
              <a:rPr lang="en-CA" sz="2800" b="1" spc="-50" dirty="0">
                <a:ln w="3175">
                  <a:noFill/>
                </a:ln>
                <a:gradFill flip="none" rotWithShape="1">
                  <a:gsLst>
                    <a:gs pos="0">
                      <a:srgbClr val="175B9C"/>
                    </a:gs>
                    <a:gs pos="100000">
                      <a:srgbClr val="87ADA2"/>
                    </a:gs>
                    <a:gs pos="50000">
                      <a:srgbClr val="0078D4"/>
                    </a:gs>
                  </a:gsLst>
                  <a:path path="circle">
                    <a:fillToRect t="100000" r="100000"/>
                  </a:path>
                  <a:tileRect l="-100000" b="-100000"/>
                </a:gradFill>
                <a:latin typeface="Segoe UI Semibold" panose="020B0502040204020203" pitchFamily="34" charset="0"/>
                <a:cs typeface="Segoe UI" pitchFamily="34" charset="0"/>
              </a:rPr>
              <a:t>VS CODE</a:t>
            </a:r>
          </a:p>
          <a:p>
            <a:pPr>
              <a:spcBef>
                <a:spcPts val="500"/>
              </a:spcBef>
            </a:pPr>
            <a:r>
              <a:rPr lang="en-CA" sz="1600" b="1" dirty="0">
                <a:gradFill>
                  <a:gsLst>
                    <a:gs pos="21101">
                      <a:srgbClr val="000000"/>
                    </a:gs>
                    <a:gs pos="31193">
                      <a:srgbClr val="000000"/>
                    </a:gs>
                  </a:gsLst>
                  <a:path path="circle">
                    <a:fillToRect l="100000" t="100000"/>
                  </a:path>
                </a:gradFill>
                <a:latin typeface="Segoe UI Semibold" panose="020B0502040204020203" pitchFamily="34" charset="0"/>
                <a:cs typeface="Segoe Sans Display Semibold" pitchFamily="2" charset="0"/>
              </a:rPr>
              <a:t>Foundry Toolkit installed</a:t>
            </a:r>
          </a:p>
        </p:txBody>
      </p:sp>
      <p:sp>
        <p:nvSpPr>
          <p:cNvPr id="26" name="TextBox 25"/>
          <p:cNvSpPr txBox="1"/>
          <p:nvPr/>
        </p:nvSpPr>
        <p:spPr>
          <a:xfrm>
            <a:off x="807719" y="4021398"/>
            <a:ext cx="1536895" cy="320088"/>
          </a:xfrm>
          <a:prstGeom prst="rect">
            <a:avLst/>
          </a:prstGeom>
          <a:noFill/>
        </p:spPr>
        <p:txBody>
          <a:bodyPr wrap="square" lIns="36576" tIns="36576" rIns="36576" bIns="36576" anchor="t">
            <a:spAutoFit/>
          </a:bodyPr>
          <a:lstStyle/>
          <a:p>
            <a:pPr defTabSz="914437" fontAlgn="base">
              <a:spcBef>
                <a:spcPct val="0"/>
              </a:spcBef>
              <a:spcAft>
                <a:spcPct val="0"/>
              </a:spcAft>
              <a:tabLst>
                <a:tab pos="1487158" algn="l"/>
              </a:tabLst>
              <a:defRPr/>
            </a:pPr>
            <a:r>
              <a:rPr lang="en-CA" sz="1600" b="1" spc="-50" dirty="0">
                <a:ln w="3175">
                  <a:noFill/>
                </a:ln>
                <a:gradFill flip="none" rotWithShape="1">
                  <a:gsLst>
                    <a:gs pos="0">
                      <a:srgbClr val="175B9C"/>
                    </a:gs>
                    <a:gs pos="100000">
                      <a:srgbClr val="87ADA2"/>
                    </a:gs>
                    <a:gs pos="50000">
                      <a:srgbClr val="0078D4"/>
                    </a:gs>
                  </a:gsLst>
                  <a:path path="circle">
                    <a:fillToRect t="100000" r="100000"/>
                  </a:path>
                  <a:tileRect l="-100000" b="-100000"/>
                </a:gradFill>
                <a:latin typeface="Segoe UI Semibold" panose="020B0502040204020203" pitchFamily="34" charset="0"/>
                <a:cs typeface="Segoe UI" pitchFamily="34" charset="0"/>
              </a:rPr>
              <a:t>Start here</a:t>
            </a:r>
          </a:p>
        </p:txBody>
      </p:sp>
      <p:sp>
        <p:nvSpPr>
          <p:cNvPr id="27" name="TextBox 26"/>
          <p:cNvSpPr txBox="1"/>
          <p:nvPr/>
        </p:nvSpPr>
        <p:spPr>
          <a:xfrm>
            <a:off x="807719" y="4341018"/>
            <a:ext cx="8008035" cy="689420"/>
          </a:xfrm>
          <a:prstGeom prst="rect">
            <a:avLst/>
          </a:prstGeom>
          <a:noFill/>
        </p:spPr>
        <p:txBody>
          <a:bodyPr wrap="square" lIns="36576" tIns="36576" rIns="36576" bIns="36576" anchor="t">
            <a:spAutoFit/>
          </a:bodyPr>
          <a:lstStyle/>
          <a:p>
            <a:pPr algn="l"/>
            <a:r>
              <a:rPr sz="2000" kern="0" dirty="0">
                <a:gradFill>
                  <a:gsLst>
                    <a:gs pos="32110">
                      <a:schemeClr val="tx1"/>
                    </a:gs>
                    <a:gs pos="72000">
                      <a:schemeClr val="tx1"/>
                    </a:gs>
                  </a:gsLst>
                  <a:lin ang="2700000" scaled="1"/>
                </a:gradFill>
                <a:latin typeface="Segoe UI Semibold" panose="020B0502040204020203" pitchFamily="34" charset="0"/>
              </a:rPr>
              <a:t>Open C:\Users\LabUser\Desktop\ILL335 in VS Code, trust the workspace, then follow the </a:t>
            </a:r>
            <a:r>
              <a:rPr sz="2000" kern="0" dirty="0" err="1">
                <a:gradFill>
                  <a:gsLst>
                    <a:gs pos="32110">
                      <a:schemeClr val="tx1"/>
                    </a:gs>
                    <a:gs pos="72000">
                      <a:schemeClr val="tx1"/>
                    </a:gs>
                  </a:gsLst>
                  <a:lin ang="2700000" scaled="1"/>
                </a:gradFill>
                <a:latin typeface="Segoe UI Semibold" panose="020B0502040204020203" pitchFamily="34" charset="0"/>
              </a:rPr>
              <a:t>Skillable</a:t>
            </a:r>
            <a:r>
              <a:rPr sz="2000" kern="0" dirty="0">
                <a:gradFill>
                  <a:gsLst>
                    <a:gs pos="32110">
                      <a:schemeClr val="tx1"/>
                    </a:gs>
                    <a:gs pos="72000">
                      <a:schemeClr val="tx1"/>
                    </a:gs>
                  </a:gsLst>
                  <a:lin ang="2700000" scaled="1"/>
                </a:gradFill>
                <a:latin typeface="Segoe UI Semibold" panose="020B0502040204020203" pitchFamily="34" charset="0"/>
              </a:rPr>
              <a:t> instructions.</a:t>
            </a:r>
          </a:p>
        </p:txBody>
      </p:sp>
      <p:cxnSp>
        <p:nvCxnSpPr>
          <p:cNvPr id="33" name="Straight Arrow Connector 32" descr="Theme 1 multi-color line">
            <a:extLst>
              <a:ext uri="{FF2B5EF4-FFF2-40B4-BE49-F238E27FC236}">
                <a16:creationId xmlns:a16="http://schemas.microsoft.com/office/drawing/2014/main" id="{6CF6C62B-14C4-C442-CB60-5FCA34CDC97F}"/>
              </a:ext>
              <a:ext uri="{C183D7F6-B498-43B3-948B-1728B52AA6E4}">
                <adec:decorative xmlns:adec="http://schemas.microsoft.com/office/drawing/2017/decorative" val="0"/>
              </a:ext>
            </a:extLst>
          </p:cNvPr>
          <p:cNvCxnSpPr>
            <a:cxnSpLocks/>
          </p:cNvCxnSpPr>
          <p:nvPr/>
        </p:nvCxnSpPr>
        <p:spPr>
          <a:xfrm>
            <a:off x="852569" y="5169641"/>
            <a:ext cx="10342969" cy="0"/>
          </a:xfrm>
          <a:prstGeom prst="straightConnector1">
            <a:avLst/>
          </a:prstGeom>
          <a:ln w="19050" cap="rnd">
            <a:solidFill>
              <a:schemeClr val="tx1">
                <a:alpha val="50000"/>
              </a:schemeClr>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sp>
        <p:nvSpPr>
          <p:cNvPr id="28" name="TextBox 27"/>
          <p:cNvSpPr txBox="1"/>
          <p:nvPr/>
        </p:nvSpPr>
        <p:spPr>
          <a:xfrm>
            <a:off x="807719" y="5334029"/>
            <a:ext cx="10058400" cy="320088"/>
          </a:xfrm>
          <a:prstGeom prst="rect">
            <a:avLst/>
          </a:prstGeom>
          <a:noFill/>
        </p:spPr>
        <p:txBody>
          <a:bodyPr wrap="square" lIns="36576" tIns="36576" rIns="36576" bIns="36576" anchor="t">
            <a:spAutoFit/>
          </a:bodyPr>
          <a:lstStyle/>
          <a:p>
            <a:pPr>
              <a:spcBef>
                <a:spcPts val="500"/>
              </a:spcBef>
            </a:pPr>
            <a:r>
              <a:rPr sz="1600" b="1" dirty="0">
                <a:gradFill>
                  <a:gsLst>
                    <a:gs pos="21101">
                      <a:srgbClr val="000000"/>
                    </a:gs>
                    <a:gs pos="31193">
                      <a:srgbClr val="000000"/>
                    </a:gs>
                  </a:gsLst>
                  <a:path path="circle">
                    <a:fillToRect l="100000" t="100000"/>
                  </a:path>
                </a:gradFill>
                <a:latin typeface="Segoe UI Semibold" panose="020B0502040204020203" pitchFamily="34" charset="0"/>
                <a:cs typeface="Segoe Sans Display Semibold" pitchFamily="2" charset="0"/>
              </a:rPr>
              <a:t>Use the keyboard icon / Type action to enter supplied credentials accurately.</a:t>
            </a:r>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par>
                                <p:cTn id="11" presetID="10" presetClass="entr" presetSubtype="0" fill="hold" grpId="0" nodeType="withEffect">
                                  <p:stCondLst>
                                    <p:cond delay="100"/>
                                  </p:stCondLst>
                                  <p:childTnLst>
                                    <p:set>
                                      <p:cBhvr>
                                        <p:cTn id="12" dur="1" fill="hold">
                                          <p:stCondLst>
                                            <p:cond delay="0"/>
                                          </p:stCondLst>
                                        </p:cTn>
                                        <p:tgtEl>
                                          <p:spTgt spid="10"/>
                                        </p:tgtEl>
                                        <p:attrNameLst>
                                          <p:attrName>style.visibility</p:attrName>
                                        </p:attrNameLst>
                                      </p:cBhvr>
                                      <p:to>
                                        <p:strVal val="visible"/>
                                      </p:to>
                                    </p:set>
                                    <p:animEffect transition="in" filter="fade">
                                      <p:cBhvr>
                                        <p:cTn id="13" dur="500"/>
                                        <p:tgtEl>
                                          <p:spTgt spid="10"/>
                                        </p:tgtEl>
                                      </p:cBhvr>
                                    </p:animEffect>
                                  </p:childTnLst>
                                </p:cTn>
                              </p:par>
                              <p:par>
                                <p:cTn id="14" presetID="10" presetClass="entr" presetSubtype="0" fill="hold" grpId="0" nodeType="withEffect">
                                  <p:stCondLst>
                                    <p:cond delay="20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childTnLst>
                                </p:cTn>
                              </p:par>
                              <p:par>
                                <p:cTn id="17" presetID="10" presetClass="entr" presetSubtype="0" fill="hold" grpId="0" nodeType="withEffect">
                                  <p:stCondLst>
                                    <p:cond delay="300"/>
                                  </p:stCondLst>
                                  <p:childTnLst>
                                    <p:set>
                                      <p:cBhvr>
                                        <p:cTn id="18" dur="1" fill="hold">
                                          <p:stCondLst>
                                            <p:cond delay="0"/>
                                          </p:stCondLst>
                                        </p:cTn>
                                        <p:tgtEl>
                                          <p:spTgt spid="29"/>
                                        </p:tgtEl>
                                        <p:attrNameLst>
                                          <p:attrName>style.visibility</p:attrName>
                                        </p:attrNameLst>
                                      </p:cBhvr>
                                      <p:to>
                                        <p:strVal val="visible"/>
                                      </p:to>
                                    </p:set>
                                    <p:animEffect transition="in" filter="fade">
                                      <p:cBhvr>
                                        <p:cTn id="19" dur="500"/>
                                        <p:tgtEl>
                                          <p:spTgt spid="29"/>
                                        </p:tgtEl>
                                      </p:cBhvr>
                                    </p:animEffect>
                                  </p:childTnLst>
                                </p:cTn>
                              </p:par>
                              <p:par>
                                <p:cTn id="20" presetID="10" presetClass="entr" presetSubtype="0" fill="hold" grpId="0" nodeType="withEffect">
                                  <p:stCondLst>
                                    <p:cond delay="40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500"/>
                                        <p:tgtEl>
                                          <p:spTgt spid="30"/>
                                        </p:tgtEl>
                                      </p:cBhvr>
                                    </p:animEffect>
                                  </p:childTnLst>
                                </p:cTn>
                              </p:par>
                              <p:par>
                                <p:cTn id="23" presetID="10" presetClass="entr" presetSubtype="0" fill="hold" grpId="0" nodeType="withEffect">
                                  <p:stCondLst>
                                    <p:cond delay="500"/>
                                  </p:stCondLst>
                                  <p:childTnLst>
                                    <p:set>
                                      <p:cBhvr>
                                        <p:cTn id="24" dur="1" fill="hold">
                                          <p:stCondLst>
                                            <p:cond delay="0"/>
                                          </p:stCondLst>
                                        </p:cTn>
                                        <p:tgtEl>
                                          <p:spTgt spid="31"/>
                                        </p:tgtEl>
                                        <p:attrNameLst>
                                          <p:attrName>style.visibility</p:attrName>
                                        </p:attrNameLst>
                                      </p:cBhvr>
                                      <p:to>
                                        <p:strVal val="visible"/>
                                      </p:to>
                                    </p:set>
                                    <p:animEffect transition="in" filter="fade">
                                      <p:cBhvr>
                                        <p:cTn id="25" dur="500"/>
                                        <p:tgtEl>
                                          <p:spTgt spid="31"/>
                                        </p:tgtEl>
                                      </p:cBhvr>
                                    </p:animEffect>
                                  </p:childTnLst>
                                </p:cTn>
                              </p:par>
                              <p:par>
                                <p:cTn id="26" presetID="10" presetClass="entr" presetSubtype="0" fill="hold" grpId="0" nodeType="withEffect">
                                  <p:stCondLst>
                                    <p:cond delay="600"/>
                                  </p:stCondLst>
                                  <p:childTnLst>
                                    <p:set>
                                      <p:cBhvr>
                                        <p:cTn id="27" dur="1" fill="hold">
                                          <p:stCondLst>
                                            <p:cond delay="0"/>
                                          </p:stCondLst>
                                        </p:cTn>
                                        <p:tgtEl>
                                          <p:spTgt spid="32"/>
                                        </p:tgtEl>
                                        <p:attrNameLst>
                                          <p:attrName>style.visibility</p:attrName>
                                        </p:attrNameLst>
                                      </p:cBhvr>
                                      <p:to>
                                        <p:strVal val="visible"/>
                                      </p:to>
                                    </p:set>
                                    <p:animEffect transition="in" filter="fade">
                                      <p:cBhvr>
                                        <p:cTn id="28" dur="500"/>
                                        <p:tgtEl>
                                          <p:spTgt spid="32"/>
                                        </p:tgtEl>
                                      </p:cBhvr>
                                    </p:animEffect>
                                  </p:childTnLst>
                                </p:cTn>
                              </p:par>
                              <p:par>
                                <p:cTn id="29" presetID="10" presetClass="entr" presetSubtype="0" fill="hold" grpId="0" nodeType="withEffect">
                                  <p:stCondLst>
                                    <p:cond delay="60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00"/>
                                        <p:tgtEl>
                                          <p:spTgt spid="26"/>
                                        </p:tgtEl>
                                      </p:cBhvr>
                                    </p:animEffect>
                                  </p:childTnLst>
                                </p:cTn>
                              </p:par>
                              <p:par>
                                <p:cTn id="32" presetID="10" presetClass="entr" presetSubtype="0" fill="hold" grpId="0" nodeType="withEffect">
                                  <p:stCondLst>
                                    <p:cond delay="60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500"/>
                                        <p:tgtEl>
                                          <p:spTgt spid="27"/>
                                        </p:tgtEl>
                                      </p:cBhvr>
                                    </p:animEffect>
                                  </p:childTnLst>
                                </p:cTn>
                              </p:par>
                              <p:par>
                                <p:cTn id="35" presetID="10" presetClass="entr" presetSubtype="0" fill="hold" nodeType="withEffect">
                                  <p:stCondLst>
                                    <p:cond delay="600"/>
                                  </p:stCondLst>
                                  <p:childTnLst>
                                    <p:set>
                                      <p:cBhvr>
                                        <p:cTn id="36" dur="1" fill="hold">
                                          <p:stCondLst>
                                            <p:cond delay="0"/>
                                          </p:stCondLst>
                                        </p:cTn>
                                        <p:tgtEl>
                                          <p:spTgt spid="33"/>
                                        </p:tgtEl>
                                        <p:attrNameLst>
                                          <p:attrName>style.visibility</p:attrName>
                                        </p:attrNameLst>
                                      </p:cBhvr>
                                      <p:to>
                                        <p:strVal val="visible"/>
                                      </p:to>
                                    </p:set>
                                    <p:animEffect transition="in" filter="fade">
                                      <p:cBhvr>
                                        <p:cTn id="37" dur="500"/>
                                        <p:tgtEl>
                                          <p:spTgt spid="33"/>
                                        </p:tgtEl>
                                      </p:cBhvr>
                                    </p:animEffect>
                                  </p:childTnLst>
                                </p:cTn>
                              </p:par>
                              <p:par>
                                <p:cTn id="38" presetID="10" presetClass="entr" presetSubtype="0" fill="hold" grpId="0" nodeType="withEffect">
                                  <p:stCondLst>
                                    <p:cond delay="60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5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4" grpId="0"/>
      <p:bldP spid="32" grpId="0" animBg="1"/>
      <p:bldP spid="10" grpId="0" animBg="1"/>
      <p:bldP spid="6" grpId="0" animBg="1"/>
      <p:bldP spid="29" grpId="0" animBg="1"/>
      <p:bldP spid="30" grpId="0" animBg="1"/>
      <p:bldP spid="31" grpId="0" animBg="1"/>
      <p:bldP spid="26" grpId="0"/>
      <p:bldP spid="27" grpId="0"/>
      <p:bldP spid="28"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242673-D924-7343-1EFF-ACABEB70DE07}"/>
              </a:ext>
            </a:extLst>
          </p:cNvPr>
          <p:cNvSpPr>
            <a:spLocks noGrp="1"/>
          </p:cNvSpPr>
          <p:nvPr>
            <p:ph type="title"/>
          </p:nvPr>
        </p:nvSpPr>
        <p:spPr>
          <a:xfrm>
            <a:off x="587375" y="457200"/>
            <a:ext cx="11017250" cy="677108"/>
          </a:xfrm>
        </p:spPr>
        <p:txBody>
          <a:bodyPr/>
          <a:lstStyle/>
          <a:p>
            <a:pPr algn="ctr" defTabSz="2413689" fontAlgn="base">
              <a:spcAft>
                <a:spcPct val="0"/>
              </a:spcAft>
              <a:tabLst>
                <a:tab pos="2455604" algn="l"/>
              </a:tabLst>
              <a:defRPr/>
            </a:pPr>
            <a:r>
              <a:rPr lang="en-CA" sz="4400" b="1" dirty="0">
                <a:gradFill>
                  <a:gsLst>
                    <a:gs pos="5505">
                      <a:schemeClr val="tx1"/>
                    </a:gs>
                    <a:gs pos="38000">
                      <a:schemeClr val="tx1"/>
                    </a:gs>
                  </a:gsLst>
                  <a:path path="circle">
                    <a:fillToRect l="100000" t="100000"/>
                  </a:path>
                </a:gradFill>
                <a:latin typeface="Segoe UI Semibold" panose="020B0502040204020203" pitchFamily="34" charset="0"/>
                <a:cs typeface="Segoe Sans Display Semibold" pitchFamily="2" charset="0"/>
              </a:rPr>
              <a:t>What you will build</a:t>
            </a:r>
          </a:p>
        </p:txBody>
      </p:sp>
      <p:sp>
        <p:nvSpPr>
          <p:cNvPr id="59" name="TextBox 58">
            <a:extLst>
              <a:ext uri="{FF2B5EF4-FFF2-40B4-BE49-F238E27FC236}">
                <a16:creationId xmlns:a16="http://schemas.microsoft.com/office/drawing/2014/main" id="{9F9765E3-2823-BFC2-FDEE-4ADE8C74EB55}"/>
              </a:ext>
            </a:extLst>
          </p:cNvPr>
          <p:cNvSpPr txBox="1"/>
          <p:nvPr/>
        </p:nvSpPr>
        <p:spPr>
          <a:xfrm>
            <a:off x="656114" y="1189914"/>
            <a:ext cx="10881360" cy="381643"/>
          </a:xfrm>
          <a:prstGeom prst="rect">
            <a:avLst/>
          </a:prstGeom>
          <a:noFill/>
        </p:spPr>
        <p:txBody>
          <a:bodyPr wrap="square" lIns="36576" tIns="36576" rIns="36576" bIns="36576" anchor="t">
            <a:spAutoFit/>
          </a:bodyPr>
          <a:lstStyle/>
          <a:p>
            <a:pPr algn="ctr"/>
            <a:r>
              <a:rPr lang="en-CA" sz="2000" kern="0" dirty="0">
                <a:gradFill>
                  <a:gsLst>
                    <a:gs pos="32110">
                      <a:schemeClr val="tx1"/>
                    </a:gs>
                    <a:gs pos="72000">
                      <a:schemeClr val="tx1"/>
                    </a:gs>
                  </a:gsLst>
                  <a:lin ang="2700000" scaled="1"/>
                </a:gradFill>
                <a:latin typeface="Segoe UI Semibold" panose="020B0502040204020203" pitchFamily="34" charset="0"/>
              </a:rPr>
              <a:t>A governed consumer sentiment pipeline</a:t>
            </a:r>
          </a:p>
        </p:txBody>
      </p:sp>
      <p:sp>
        <p:nvSpPr>
          <p:cNvPr id="6" name="Rounded Rectangle 5">
            <a:extLst>
              <a:ext uri="{FF2B5EF4-FFF2-40B4-BE49-F238E27FC236}">
                <a16:creationId xmlns:a16="http://schemas.microsoft.com/office/drawing/2014/main" id="{33E3DE00-A381-D339-0F7C-3E8FAA524C4D}"/>
              </a:ext>
              <a:ext uri="{C183D7F6-B498-43B3-948B-1728B52AA6E4}">
                <adec:decorative xmlns:adec="http://schemas.microsoft.com/office/drawing/2017/decorative" val="1"/>
              </a:ext>
            </a:extLst>
          </p:cNvPr>
          <p:cNvSpPr/>
          <p:nvPr/>
        </p:nvSpPr>
        <p:spPr bwMode="auto">
          <a:xfrm>
            <a:off x="588264" y="2305685"/>
            <a:ext cx="1972738" cy="2246630"/>
          </a:xfrm>
          <a:prstGeom prst="roundRect">
            <a:avLst>
              <a:gd name="adj" fmla="val 10376"/>
            </a:avLst>
          </a:prstGeom>
          <a:solidFill>
            <a:srgbClr val="194449">
              <a:alpha val="10000"/>
            </a:srgbClr>
          </a:solidFill>
        </p:spPr>
        <p:txBody>
          <a:bodyPr wrap="square" lIns="0" tIns="0" rIns="0" bIns="45720" rtlCol="0" anchor="ctr" anchorCtr="0">
            <a:noAutofit/>
          </a:bodyPr>
          <a:lstStyle/>
          <a:p>
            <a:pPr algn="ctr" defTabSz="2275850" fontAlgn="base">
              <a:spcBef>
                <a:spcPts val="200"/>
              </a:spcBef>
              <a:spcAft>
                <a:spcPct val="0"/>
              </a:spcAft>
              <a:tabLst>
                <a:tab pos="3701239" algn="l"/>
              </a:tabLst>
            </a:pPr>
            <a:endParaRPr lang="en-US" sz="1765" b="1" err="1">
              <a:ln w="3175">
                <a:noFill/>
              </a:ln>
              <a:gradFill>
                <a:gsLst>
                  <a:gs pos="22936">
                    <a:schemeClr val="tx1"/>
                  </a:gs>
                  <a:gs pos="38000">
                    <a:schemeClr val="tx1"/>
                  </a:gs>
                </a:gsLst>
                <a:path path="circle">
                  <a:fillToRect l="100000" t="100000"/>
                </a:path>
              </a:gradFill>
              <a:latin typeface="Segoe UI Semibold" panose="020B0502040204020203" pitchFamily="34" charset="0"/>
              <a:cs typeface="Segoe UI" pitchFamily="34" charset="0"/>
            </a:endParaRPr>
          </a:p>
        </p:txBody>
      </p:sp>
      <p:sp>
        <p:nvSpPr>
          <p:cNvPr id="49" name="Oval 48">
            <a:extLst>
              <a:ext uri="{FF2B5EF4-FFF2-40B4-BE49-F238E27FC236}">
                <a16:creationId xmlns:a16="http://schemas.microsoft.com/office/drawing/2014/main" id="{00192975-D9E1-CFA0-597E-3F84AA562E29}"/>
              </a:ext>
              <a:ext uri="{C183D7F6-B498-43B3-948B-1728B52AA6E4}">
                <adec:decorative xmlns:adec="http://schemas.microsoft.com/office/drawing/2017/decorative" val="1"/>
              </a:ext>
            </a:extLst>
          </p:cNvPr>
          <p:cNvSpPr/>
          <p:nvPr/>
        </p:nvSpPr>
        <p:spPr bwMode="auto">
          <a:xfrm>
            <a:off x="1353034" y="2662921"/>
            <a:ext cx="443198" cy="443198"/>
          </a:xfrm>
          <a:prstGeom prst="ellipse">
            <a:avLst/>
          </a:prstGeom>
          <a:gradFill>
            <a:gsLst>
              <a:gs pos="0">
                <a:srgbClr val="7FC0E6"/>
              </a:gs>
              <a:gs pos="100000">
                <a:srgbClr val="B9DCD2"/>
              </a:gs>
              <a:gs pos="35000">
                <a:srgbClr val="8DC8E8"/>
              </a:gs>
            </a:gsLst>
            <a:lin ang="3600000" scaled="0"/>
          </a:gradFill>
          <a:ln w="15875" cap="rnd">
            <a:noFill/>
            <a:prstDash val="solid"/>
            <a:round/>
          </a:ln>
          <a:effectLst/>
        </p:spPr>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defTabSz="3448206">
              <a:spcBef>
                <a:spcPts val="1206"/>
              </a:spcBef>
              <a:tabLst>
                <a:tab pos="5666852" algn="l"/>
              </a:tabLst>
            </a:pPr>
            <a:r>
              <a:rPr lang="en-US" b="1" dirty="0">
                <a:ln w="3175">
                  <a:noFill/>
                </a:ln>
                <a:latin typeface="Segoe UI Semibold" panose="020B0502040204020203" pitchFamily="34" charset="0"/>
                <a:cs typeface="Segoe Sans Display Semibold" pitchFamily="2" charset="0"/>
              </a:rPr>
              <a:t>1</a:t>
            </a:r>
          </a:p>
        </p:txBody>
      </p:sp>
      <p:sp>
        <p:nvSpPr>
          <p:cNvPr id="39" name="TextBox 38">
            <a:extLst>
              <a:ext uri="{FF2B5EF4-FFF2-40B4-BE49-F238E27FC236}">
                <a16:creationId xmlns:a16="http://schemas.microsoft.com/office/drawing/2014/main" id="{CBBDDC27-693D-0705-73F7-0580838A8C31}"/>
              </a:ext>
            </a:extLst>
          </p:cNvPr>
          <p:cNvSpPr txBox="1"/>
          <p:nvPr/>
        </p:nvSpPr>
        <p:spPr>
          <a:xfrm>
            <a:off x="722976" y="3265205"/>
            <a:ext cx="1703314" cy="443198"/>
          </a:xfrm>
          <a:prstGeom prst="rect">
            <a:avLst/>
          </a:prstGeom>
          <a:noFill/>
        </p:spPr>
        <p:txBody>
          <a:bodyPr wrap="square" lIns="36576" tIns="36576" rIns="36576" bIns="36576" anchor="t">
            <a:spAutoFit/>
          </a:bodyPr>
          <a:lstStyle/>
          <a:p>
            <a:pPr algn="ctr" defTabSz="914437" fontAlgn="base">
              <a:spcBef>
                <a:spcPct val="0"/>
              </a:spcBef>
              <a:spcAft>
                <a:spcPct val="0"/>
              </a:spcAft>
              <a:tabLst>
                <a:tab pos="1487158" algn="l"/>
              </a:tabLst>
              <a:defRPr/>
            </a:pPr>
            <a:r>
              <a:rPr lang="en-CA" sz="2400" b="1" dirty="0">
                <a:ln w="3175">
                  <a:noFill/>
                </a:ln>
                <a:solidFill>
                  <a:srgbClr val="000000"/>
                </a:solidFill>
                <a:latin typeface="Segoe UI Semibold" panose="020B0502040204020203" pitchFamily="34" charset="0"/>
                <a:cs typeface="Segoe UI" pitchFamily="34" charset="0"/>
              </a:rPr>
              <a:t>Feedback</a:t>
            </a:r>
            <a:endParaRPr sz="2400" b="1" dirty="0">
              <a:ln w="3175">
                <a:noFill/>
              </a:ln>
              <a:solidFill>
                <a:srgbClr val="000000"/>
              </a:solidFill>
              <a:latin typeface="Segoe UI Semibold" panose="020B0502040204020203" pitchFamily="34" charset="0"/>
              <a:cs typeface="Segoe UI" pitchFamily="34" charset="0"/>
            </a:endParaRPr>
          </a:p>
        </p:txBody>
      </p:sp>
      <p:sp>
        <p:nvSpPr>
          <p:cNvPr id="40" name="TextBox 39">
            <a:extLst>
              <a:ext uri="{FF2B5EF4-FFF2-40B4-BE49-F238E27FC236}">
                <a16:creationId xmlns:a16="http://schemas.microsoft.com/office/drawing/2014/main" id="{18007830-658E-4AF1-F9C5-285AA5AC749A}"/>
              </a:ext>
            </a:extLst>
          </p:cNvPr>
          <p:cNvSpPr txBox="1"/>
          <p:nvPr/>
        </p:nvSpPr>
        <p:spPr>
          <a:xfrm>
            <a:off x="779248" y="3796165"/>
            <a:ext cx="1590771" cy="320088"/>
          </a:xfrm>
          <a:prstGeom prst="rect">
            <a:avLst/>
          </a:prstGeom>
          <a:noFill/>
        </p:spPr>
        <p:txBody>
          <a:bodyPr wrap="square" lIns="36576" tIns="36576" rIns="36576" bIns="36576" anchor="t">
            <a:spAutoFit/>
          </a:bodyPr>
          <a:lstStyle/>
          <a:p>
            <a:pPr algn="ctr"/>
            <a:r>
              <a:rPr lang="en-CA" sz="1600" b="1" dirty="0">
                <a:gradFill>
                  <a:gsLst>
                    <a:gs pos="21101">
                      <a:srgbClr val="000000"/>
                    </a:gs>
                    <a:gs pos="31193">
                      <a:srgbClr val="000000"/>
                    </a:gs>
                  </a:gsLst>
                  <a:path path="circle">
                    <a:fillToRect l="100000" t="100000"/>
                  </a:path>
                </a:gradFill>
                <a:latin typeface="Segoe UI Semibold" panose="020B0502040204020203" pitchFamily="34" charset="0"/>
                <a:cs typeface="Segoe Sans Display Semibold" pitchFamily="2" charset="0"/>
              </a:rPr>
              <a:t>Consumer text</a:t>
            </a:r>
          </a:p>
        </p:txBody>
      </p:sp>
      <p:cxnSp>
        <p:nvCxnSpPr>
          <p:cNvPr id="54" name="!!Straight Arrow Connector 119" descr="Arrow right">
            <a:extLst>
              <a:ext uri="{FF2B5EF4-FFF2-40B4-BE49-F238E27FC236}">
                <a16:creationId xmlns:a16="http://schemas.microsoft.com/office/drawing/2014/main" id="{9483AE46-5309-6DE8-4856-BA51875CA452}"/>
              </a:ext>
            </a:extLst>
          </p:cNvPr>
          <p:cNvCxnSpPr>
            <a:cxnSpLocks/>
          </p:cNvCxnSpPr>
          <p:nvPr/>
        </p:nvCxnSpPr>
        <p:spPr>
          <a:xfrm flipH="1">
            <a:off x="2561002" y="3486492"/>
            <a:ext cx="182880" cy="0"/>
          </a:xfrm>
          <a:prstGeom prst="straightConnector1">
            <a:avLst/>
          </a:prstGeom>
          <a:ln w="12700" cap="rnd">
            <a:solidFill>
              <a:schemeClr val="tx1"/>
            </a:solidFill>
            <a:headEnd type="arrow" w="lg" len="sm"/>
            <a:tailEnd type="none" w="lg" len="sm"/>
          </a:ln>
        </p:spPr>
        <p:style>
          <a:lnRef idx="1">
            <a:schemeClr val="accent1"/>
          </a:lnRef>
          <a:fillRef idx="0">
            <a:schemeClr val="accent1"/>
          </a:fillRef>
          <a:effectRef idx="0">
            <a:schemeClr val="accent1"/>
          </a:effectRef>
          <a:fontRef idx="minor">
            <a:schemeClr val="tx1"/>
          </a:fontRef>
        </p:style>
      </p:cxnSp>
      <p:sp>
        <p:nvSpPr>
          <p:cNvPr id="35" name="Rounded Rectangle 34">
            <a:extLst>
              <a:ext uri="{FF2B5EF4-FFF2-40B4-BE49-F238E27FC236}">
                <a16:creationId xmlns:a16="http://schemas.microsoft.com/office/drawing/2014/main" id="{03519318-856F-003E-F62F-89B7420E9215}"/>
              </a:ext>
              <a:ext uri="{C183D7F6-B498-43B3-948B-1728B52AA6E4}">
                <adec:decorative xmlns:adec="http://schemas.microsoft.com/office/drawing/2017/decorative" val="1"/>
              </a:ext>
            </a:extLst>
          </p:cNvPr>
          <p:cNvSpPr/>
          <p:nvPr/>
        </p:nvSpPr>
        <p:spPr bwMode="auto">
          <a:xfrm>
            <a:off x="2848948" y="2305685"/>
            <a:ext cx="1972738" cy="2246630"/>
          </a:xfrm>
          <a:prstGeom prst="roundRect">
            <a:avLst>
              <a:gd name="adj" fmla="val 10376"/>
            </a:avLst>
          </a:prstGeom>
          <a:solidFill>
            <a:srgbClr val="194449">
              <a:alpha val="10000"/>
            </a:srgbClr>
          </a:solidFill>
        </p:spPr>
        <p:txBody>
          <a:bodyPr wrap="square" lIns="0" tIns="0" rIns="0" bIns="45720" rtlCol="0" anchor="ctr" anchorCtr="0">
            <a:noAutofit/>
          </a:bodyPr>
          <a:lstStyle/>
          <a:p>
            <a:pPr algn="ctr" defTabSz="2275850" fontAlgn="base">
              <a:spcBef>
                <a:spcPts val="200"/>
              </a:spcBef>
              <a:spcAft>
                <a:spcPct val="0"/>
              </a:spcAft>
              <a:tabLst>
                <a:tab pos="3701239" algn="l"/>
              </a:tabLst>
            </a:pPr>
            <a:endParaRPr lang="en-US" sz="1765" b="1" err="1">
              <a:ln w="3175">
                <a:noFill/>
              </a:ln>
              <a:gradFill>
                <a:gsLst>
                  <a:gs pos="22936">
                    <a:schemeClr val="tx1"/>
                  </a:gs>
                  <a:gs pos="38000">
                    <a:schemeClr val="tx1"/>
                  </a:gs>
                </a:gsLst>
                <a:path path="circle">
                  <a:fillToRect l="100000" t="100000"/>
                </a:path>
              </a:gradFill>
              <a:latin typeface="Segoe UI Semibold" panose="020B0502040204020203" pitchFamily="34" charset="0"/>
              <a:cs typeface="Segoe UI" pitchFamily="34" charset="0"/>
            </a:endParaRPr>
          </a:p>
        </p:txBody>
      </p:sp>
      <p:sp>
        <p:nvSpPr>
          <p:cNvPr id="50" name="Oval 49">
            <a:extLst>
              <a:ext uri="{FF2B5EF4-FFF2-40B4-BE49-F238E27FC236}">
                <a16:creationId xmlns:a16="http://schemas.microsoft.com/office/drawing/2014/main" id="{C00FCF96-0C9E-91F3-2581-8BD7BE1D814E}"/>
              </a:ext>
              <a:ext uri="{C183D7F6-B498-43B3-948B-1728B52AA6E4}">
                <adec:decorative xmlns:adec="http://schemas.microsoft.com/office/drawing/2017/decorative" val="1"/>
              </a:ext>
            </a:extLst>
          </p:cNvPr>
          <p:cNvSpPr/>
          <p:nvPr/>
        </p:nvSpPr>
        <p:spPr bwMode="auto">
          <a:xfrm>
            <a:off x="3613718" y="2662921"/>
            <a:ext cx="443198" cy="443198"/>
          </a:xfrm>
          <a:prstGeom prst="ellipse">
            <a:avLst/>
          </a:prstGeom>
          <a:gradFill>
            <a:gsLst>
              <a:gs pos="0">
                <a:srgbClr val="7FC0E6"/>
              </a:gs>
              <a:gs pos="100000">
                <a:srgbClr val="B9DCD2"/>
              </a:gs>
              <a:gs pos="35000">
                <a:srgbClr val="8DC8E8"/>
              </a:gs>
            </a:gsLst>
            <a:lin ang="3600000" scaled="0"/>
          </a:gradFill>
          <a:ln w="15875" cap="rnd">
            <a:noFill/>
            <a:prstDash val="solid"/>
            <a:round/>
          </a:ln>
          <a:effectLst/>
        </p:spPr>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defTabSz="3448206">
              <a:spcBef>
                <a:spcPts val="1206"/>
              </a:spcBef>
              <a:tabLst>
                <a:tab pos="5666852" algn="l"/>
              </a:tabLst>
            </a:pPr>
            <a:r>
              <a:rPr lang="en-US" b="1" dirty="0">
                <a:ln w="3175">
                  <a:noFill/>
                </a:ln>
                <a:latin typeface="Segoe UI Semibold" panose="020B0502040204020203" pitchFamily="34" charset="0"/>
                <a:cs typeface="Segoe Sans Display Semibold" pitchFamily="2" charset="0"/>
              </a:rPr>
              <a:t>2</a:t>
            </a:r>
          </a:p>
        </p:txBody>
      </p:sp>
      <p:sp>
        <p:nvSpPr>
          <p:cNvPr id="41" name="TextBox 40">
            <a:extLst>
              <a:ext uri="{FF2B5EF4-FFF2-40B4-BE49-F238E27FC236}">
                <a16:creationId xmlns:a16="http://schemas.microsoft.com/office/drawing/2014/main" id="{E5D353B6-7919-98F3-979D-2BDAF63E2DB5}"/>
              </a:ext>
            </a:extLst>
          </p:cNvPr>
          <p:cNvSpPr txBox="1"/>
          <p:nvPr/>
        </p:nvSpPr>
        <p:spPr>
          <a:xfrm>
            <a:off x="2983660" y="3265205"/>
            <a:ext cx="1703314" cy="443198"/>
          </a:xfrm>
          <a:prstGeom prst="rect">
            <a:avLst/>
          </a:prstGeom>
          <a:noFill/>
        </p:spPr>
        <p:txBody>
          <a:bodyPr wrap="square" lIns="36576" tIns="36576" rIns="36576" bIns="36576" anchor="t">
            <a:spAutoFit/>
          </a:bodyPr>
          <a:lstStyle/>
          <a:p>
            <a:pPr algn="ctr" defTabSz="914437" fontAlgn="base">
              <a:spcBef>
                <a:spcPct val="0"/>
              </a:spcBef>
              <a:spcAft>
                <a:spcPct val="0"/>
              </a:spcAft>
              <a:tabLst>
                <a:tab pos="1487158" algn="l"/>
              </a:tabLst>
              <a:defRPr/>
            </a:pPr>
            <a:r>
              <a:rPr lang="en-CA" sz="2400" b="1" dirty="0">
                <a:ln w="3175">
                  <a:noFill/>
                </a:ln>
                <a:solidFill>
                  <a:srgbClr val="000000"/>
                </a:solidFill>
                <a:latin typeface="Segoe UI Semibold" panose="020B0502040204020203" pitchFamily="34" charset="0"/>
                <a:cs typeface="Segoe UI" pitchFamily="34" charset="0"/>
              </a:rPr>
              <a:t>Prompt</a:t>
            </a:r>
          </a:p>
        </p:txBody>
      </p:sp>
      <p:sp>
        <p:nvSpPr>
          <p:cNvPr id="42" name="TextBox 41">
            <a:extLst>
              <a:ext uri="{FF2B5EF4-FFF2-40B4-BE49-F238E27FC236}">
                <a16:creationId xmlns:a16="http://schemas.microsoft.com/office/drawing/2014/main" id="{ED9031C7-64B7-A1F4-5AA5-CA9B80A250DD}"/>
              </a:ext>
            </a:extLst>
          </p:cNvPr>
          <p:cNvSpPr txBox="1"/>
          <p:nvPr/>
        </p:nvSpPr>
        <p:spPr>
          <a:xfrm>
            <a:off x="3039932" y="3796165"/>
            <a:ext cx="1590771" cy="566309"/>
          </a:xfrm>
          <a:prstGeom prst="rect">
            <a:avLst/>
          </a:prstGeom>
          <a:noFill/>
        </p:spPr>
        <p:txBody>
          <a:bodyPr wrap="square" lIns="36576" tIns="36576" rIns="36576" bIns="36576" anchor="t">
            <a:spAutoFit/>
          </a:bodyPr>
          <a:lstStyle/>
          <a:p>
            <a:pPr algn="ctr"/>
            <a:r>
              <a:rPr lang="en-CA" sz="1600" b="1" dirty="0">
                <a:gradFill>
                  <a:gsLst>
                    <a:gs pos="21101">
                      <a:srgbClr val="000000"/>
                    </a:gs>
                    <a:gs pos="31193">
                      <a:srgbClr val="000000"/>
                    </a:gs>
                  </a:gsLst>
                  <a:path path="circle">
                    <a:fillToRect l="100000" t="100000"/>
                  </a:path>
                </a:gradFill>
                <a:latin typeface="Segoe UI Semibold" panose="020B0502040204020203" pitchFamily="34" charset="0"/>
                <a:cs typeface="Segoe Sans Display Semibold" pitchFamily="2" charset="0"/>
              </a:rPr>
              <a:t>Instructions + input</a:t>
            </a:r>
          </a:p>
        </p:txBody>
      </p:sp>
      <p:cxnSp>
        <p:nvCxnSpPr>
          <p:cNvPr id="55" name="!!Straight Arrow Connector 119" descr="Arrow right">
            <a:extLst>
              <a:ext uri="{FF2B5EF4-FFF2-40B4-BE49-F238E27FC236}">
                <a16:creationId xmlns:a16="http://schemas.microsoft.com/office/drawing/2014/main" id="{80D459E7-544E-F3E5-581E-7283FECB66E1}"/>
              </a:ext>
            </a:extLst>
          </p:cNvPr>
          <p:cNvCxnSpPr>
            <a:cxnSpLocks/>
          </p:cNvCxnSpPr>
          <p:nvPr/>
        </p:nvCxnSpPr>
        <p:spPr>
          <a:xfrm flipH="1">
            <a:off x="4823556" y="3486492"/>
            <a:ext cx="182880" cy="0"/>
          </a:xfrm>
          <a:prstGeom prst="straightConnector1">
            <a:avLst/>
          </a:prstGeom>
          <a:ln w="12700" cap="rnd">
            <a:solidFill>
              <a:schemeClr val="tx1"/>
            </a:solidFill>
            <a:headEnd type="arrow" w="lg" len="sm"/>
            <a:tailEnd type="none" w="lg" len="sm"/>
          </a:ln>
        </p:spPr>
        <p:style>
          <a:lnRef idx="1">
            <a:schemeClr val="accent1"/>
          </a:lnRef>
          <a:fillRef idx="0">
            <a:schemeClr val="accent1"/>
          </a:fillRef>
          <a:effectRef idx="0">
            <a:schemeClr val="accent1"/>
          </a:effectRef>
          <a:fontRef idx="minor">
            <a:schemeClr val="tx1"/>
          </a:fontRef>
        </p:style>
      </p:cxnSp>
      <p:sp>
        <p:nvSpPr>
          <p:cNvPr id="36" name="Rounded Rectangle 35">
            <a:extLst>
              <a:ext uri="{FF2B5EF4-FFF2-40B4-BE49-F238E27FC236}">
                <a16:creationId xmlns:a16="http://schemas.microsoft.com/office/drawing/2014/main" id="{A0544DEE-AFEF-A96B-1755-ACE6012A2E12}"/>
              </a:ext>
              <a:ext uri="{C183D7F6-B498-43B3-948B-1728B52AA6E4}">
                <adec:decorative xmlns:adec="http://schemas.microsoft.com/office/drawing/2017/decorative" val="1"/>
              </a:ext>
            </a:extLst>
          </p:cNvPr>
          <p:cNvSpPr/>
          <p:nvPr/>
        </p:nvSpPr>
        <p:spPr bwMode="auto">
          <a:xfrm>
            <a:off x="5109632" y="2305685"/>
            <a:ext cx="1972738" cy="2246630"/>
          </a:xfrm>
          <a:prstGeom prst="roundRect">
            <a:avLst>
              <a:gd name="adj" fmla="val 10376"/>
            </a:avLst>
          </a:prstGeom>
          <a:solidFill>
            <a:srgbClr val="194449">
              <a:alpha val="10000"/>
            </a:srgbClr>
          </a:solidFill>
        </p:spPr>
        <p:txBody>
          <a:bodyPr wrap="square" lIns="0" tIns="0" rIns="0" bIns="45720" rtlCol="0" anchor="ctr" anchorCtr="0">
            <a:noAutofit/>
          </a:bodyPr>
          <a:lstStyle/>
          <a:p>
            <a:pPr algn="ctr" defTabSz="2275850" fontAlgn="base">
              <a:spcBef>
                <a:spcPts val="200"/>
              </a:spcBef>
              <a:spcAft>
                <a:spcPct val="0"/>
              </a:spcAft>
              <a:tabLst>
                <a:tab pos="3701239" algn="l"/>
              </a:tabLst>
            </a:pPr>
            <a:endParaRPr lang="en-US" sz="1765" b="1" err="1">
              <a:ln w="3175">
                <a:noFill/>
              </a:ln>
              <a:gradFill>
                <a:gsLst>
                  <a:gs pos="22936">
                    <a:schemeClr val="tx1"/>
                  </a:gs>
                  <a:gs pos="38000">
                    <a:schemeClr val="tx1"/>
                  </a:gs>
                </a:gsLst>
                <a:path path="circle">
                  <a:fillToRect l="100000" t="100000"/>
                </a:path>
              </a:gradFill>
              <a:latin typeface="Segoe UI Semibold" panose="020B0502040204020203" pitchFamily="34" charset="0"/>
              <a:cs typeface="Segoe UI" pitchFamily="34" charset="0"/>
            </a:endParaRPr>
          </a:p>
        </p:txBody>
      </p:sp>
      <p:sp>
        <p:nvSpPr>
          <p:cNvPr id="51" name="Oval 50">
            <a:extLst>
              <a:ext uri="{FF2B5EF4-FFF2-40B4-BE49-F238E27FC236}">
                <a16:creationId xmlns:a16="http://schemas.microsoft.com/office/drawing/2014/main" id="{90BD235D-9AF9-ABC5-4C91-631B09356744}"/>
              </a:ext>
              <a:ext uri="{C183D7F6-B498-43B3-948B-1728B52AA6E4}">
                <adec:decorative xmlns:adec="http://schemas.microsoft.com/office/drawing/2017/decorative" val="1"/>
              </a:ext>
            </a:extLst>
          </p:cNvPr>
          <p:cNvSpPr/>
          <p:nvPr/>
        </p:nvSpPr>
        <p:spPr bwMode="auto">
          <a:xfrm>
            <a:off x="5874402" y="2662921"/>
            <a:ext cx="443198" cy="443198"/>
          </a:xfrm>
          <a:prstGeom prst="ellipse">
            <a:avLst/>
          </a:prstGeom>
          <a:gradFill>
            <a:gsLst>
              <a:gs pos="0">
                <a:srgbClr val="7FC0E6"/>
              </a:gs>
              <a:gs pos="100000">
                <a:srgbClr val="B9DCD2"/>
              </a:gs>
              <a:gs pos="35000">
                <a:srgbClr val="8DC8E8"/>
              </a:gs>
            </a:gsLst>
            <a:lin ang="3600000" scaled="0"/>
          </a:gradFill>
          <a:ln w="15875" cap="rnd">
            <a:noFill/>
            <a:prstDash val="solid"/>
            <a:round/>
          </a:ln>
          <a:effectLst/>
        </p:spPr>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defTabSz="3448206">
              <a:spcBef>
                <a:spcPts val="1206"/>
              </a:spcBef>
              <a:tabLst>
                <a:tab pos="5666852" algn="l"/>
              </a:tabLst>
            </a:pPr>
            <a:r>
              <a:rPr lang="en-US" b="1" dirty="0">
                <a:ln w="3175">
                  <a:noFill/>
                </a:ln>
                <a:latin typeface="Segoe UI Semibold" panose="020B0502040204020203" pitchFamily="34" charset="0"/>
                <a:cs typeface="Segoe Sans Display Semibold" pitchFamily="2" charset="0"/>
              </a:rPr>
              <a:t>3</a:t>
            </a:r>
          </a:p>
        </p:txBody>
      </p:sp>
      <p:sp>
        <p:nvSpPr>
          <p:cNvPr id="43" name="TextBox 42">
            <a:extLst>
              <a:ext uri="{FF2B5EF4-FFF2-40B4-BE49-F238E27FC236}">
                <a16:creationId xmlns:a16="http://schemas.microsoft.com/office/drawing/2014/main" id="{69869611-83F1-C416-78DF-D172001DB517}"/>
              </a:ext>
            </a:extLst>
          </p:cNvPr>
          <p:cNvSpPr txBox="1"/>
          <p:nvPr/>
        </p:nvSpPr>
        <p:spPr>
          <a:xfrm>
            <a:off x="5244344" y="3265205"/>
            <a:ext cx="1703314" cy="443198"/>
          </a:xfrm>
          <a:prstGeom prst="rect">
            <a:avLst/>
          </a:prstGeom>
          <a:noFill/>
        </p:spPr>
        <p:txBody>
          <a:bodyPr wrap="square" lIns="36576" tIns="36576" rIns="36576" bIns="36576" anchor="t">
            <a:spAutoFit/>
          </a:bodyPr>
          <a:lstStyle/>
          <a:p>
            <a:pPr algn="ctr" defTabSz="914437" fontAlgn="base">
              <a:spcBef>
                <a:spcPct val="0"/>
              </a:spcBef>
              <a:spcAft>
                <a:spcPct val="0"/>
              </a:spcAft>
              <a:tabLst>
                <a:tab pos="1487158" algn="l"/>
              </a:tabLst>
              <a:defRPr/>
            </a:pPr>
            <a:r>
              <a:rPr lang="en-CA" sz="2400" b="1" dirty="0">
                <a:ln w="3175">
                  <a:noFill/>
                </a:ln>
                <a:solidFill>
                  <a:srgbClr val="000000"/>
                </a:solidFill>
                <a:latin typeface="Segoe UI Semibold" panose="020B0502040204020203" pitchFamily="34" charset="0"/>
                <a:cs typeface="Segoe UI" pitchFamily="34" charset="0"/>
              </a:rPr>
              <a:t>Model</a:t>
            </a:r>
          </a:p>
        </p:txBody>
      </p:sp>
      <p:sp>
        <p:nvSpPr>
          <p:cNvPr id="44" name="TextBox 43">
            <a:extLst>
              <a:ext uri="{FF2B5EF4-FFF2-40B4-BE49-F238E27FC236}">
                <a16:creationId xmlns:a16="http://schemas.microsoft.com/office/drawing/2014/main" id="{543B5D2C-4DB6-AE4F-4A5D-B377C7B88773}"/>
              </a:ext>
            </a:extLst>
          </p:cNvPr>
          <p:cNvSpPr txBox="1"/>
          <p:nvPr/>
        </p:nvSpPr>
        <p:spPr>
          <a:xfrm>
            <a:off x="5300616" y="3796165"/>
            <a:ext cx="1590771" cy="320088"/>
          </a:xfrm>
          <a:prstGeom prst="rect">
            <a:avLst/>
          </a:prstGeom>
          <a:noFill/>
        </p:spPr>
        <p:txBody>
          <a:bodyPr wrap="square" lIns="36576" tIns="36576" rIns="36576" bIns="36576" anchor="t">
            <a:spAutoFit/>
          </a:bodyPr>
          <a:lstStyle/>
          <a:p>
            <a:pPr algn="ctr">
              <a:spcBef>
                <a:spcPts val="500"/>
              </a:spcBef>
            </a:pPr>
            <a:r>
              <a:rPr lang="en-CA" sz="1600" b="1" dirty="0">
                <a:gradFill>
                  <a:gsLst>
                    <a:gs pos="21101">
                      <a:srgbClr val="000000"/>
                    </a:gs>
                    <a:gs pos="31193">
                      <a:srgbClr val="000000"/>
                    </a:gs>
                  </a:gsLst>
                  <a:path path="circle">
                    <a:fillToRect l="100000" t="100000"/>
                  </a:path>
                </a:gradFill>
                <a:latin typeface="Segoe UI Semibold" panose="020B0502040204020203" pitchFamily="34" charset="0"/>
                <a:cs typeface="Segoe Sans Display Semibold" pitchFamily="2" charset="0"/>
              </a:rPr>
              <a:t>gpt-5.4-mini</a:t>
            </a:r>
          </a:p>
        </p:txBody>
      </p:sp>
      <p:cxnSp>
        <p:nvCxnSpPr>
          <p:cNvPr id="56" name="!!Straight Arrow Connector 119" descr="Arrow right">
            <a:extLst>
              <a:ext uri="{FF2B5EF4-FFF2-40B4-BE49-F238E27FC236}">
                <a16:creationId xmlns:a16="http://schemas.microsoft.com/office/drawing/2014/main" id="{8121CC0B-A0C7-4151-6495-D06079975CA4}"/>
              </a:ext>
            </a:extLst>
          </p:cNvPr>
          <p:cNvCxnSpPr>
            <a:cxnSpLocks/>
          </p:cNvCxnSpPr>
          <p:nvPr/>
        </p:nvCxnSpPr>
        <p:spPr>
          <a:xfrm flipH="1">
            <a:off x="7086110" y="3486492"/>
            <a:ext cx="182880" cy="0"/>
          </a:xfrm>
          <a:prstGeom prst="straightConnector1">
            <a:avLst/>
          </a:prstGeom>
          <a:ln w="12700" cap="rnd">
            <a:solidFill>
              <a:schemeClr val="tx1"/>
            </a:solidFill>
            <a:headEnd type="arrow" w="lg" len="sm"/>
            <a:tailEnd type="none" w="lg" len="sm"/>
          </a:ln>
        </p:spPr>
        <p:style>
          <a:lnRef idx="1">
            <a:schemeClr val="accent1"/>
          </a:lnRef>
          <a:fillRef idx="0">
            <a:schemeClr val="accent1"/>
          </a:fillRef>
          <a:effectRef idx="0">
            <a:schemeClr val="accent1"/>
          </a:effectRef>
          <a:fontRef idx="minor">
            <a:schemeClr val="tx1"/>
          </a:fontRef>
        </p:style>
      </p:cxnSp>
      <p:sp>
        <p:nvSpPr>
          <p:cNvPr id="37" name="Rounded Rectangle 36">
            <a:extLst>
              <a:ext uri="{FF2B5EF4-FFF2-40B4-BE49-F238E27FC236}">
                <a16:creationId xmlns:a16="http://schemas.microsoft.com/office/drawing/2014/main" id="{BD77872E-A305-E852-E14D-6F7BE82D2471}"/>
              </a:ext>
              <a:ext uri="{C183D7F6-B498-43B3-948B-1728B52AA6E4}">
                <adec:decorative xmlns:adec="http://schemas.microsoft.com/office/drawing/2017/decorative" val="1"/>
              </a:ext>
            </a:extLst>
          </p:cNvPr>
          <p:cNvSpPr/>
          <p:nvPr/>
        </p:nvSpPr>
        <p:spPr bwMode="auto">
          <a:xfrm>
            <a:off x="7370316" y="2305685"/>
            <a:ext cx="1972738" cy="2246630"/>
          </a:xfrm>
          <a:prstGeom prst="roundRect">
            <a:avLst>
              <a:gd name="adj" fmla="val 10376"/>
            </a:avLst>
          </a:prstGeom>
          <a:solidFill>
            <a:srgbClr val="194449">
              <a:alpha val="10000"/>
            </a:srgbClr>
          </a:solidFill>
        </p:spPr>
        <p:txBody>
          <a:bodyPr wrap="square" lIns="0" tIns="0" rIns="0" bIns="45720" rtlCol="0" anchor="ctr" anchorCtr="0">
            <a:noAutofit/>
          </a:bodyPr>
          <a:lstStyle/>
          <a:p>
            <a:pPr algn="ctr" defTabSz="2275850" fontAlgn="base">
              <a:spcBef>
                <a:spcPts val="200"/>
              </a:spcBef>
              <a:spcAft>
                <a:spcPct val="0"/>
              </a:spcAft>
              <a:tabLst>
                <a:tab pos="3701239" algn="l"/>
              </a:tabLst>
            </a:pPr>
            <a:endParaRPr lang="en-US" sz="1765" b="1" err="1">
              <a:ln w="3175">
                <a:noFill/>
              </a:ln>
              <a:gradFill>
                <a:gsLst>
                  <a:gs pos="22936">
                    <a:schemeClr val="tx1"/>
                  </a:gs>
                  <a:gs pos="38000">
                    <a:schemeClr val="tx1"/>
                  </a:gs>
                </a:gsLst>
                <a:path path="circle">
                  <a:fillToRect l="100000" t="100000"/>
                </a:path>
              </a:gradFill>
              <a:latin typeface="Segoe UI Semibold" panose="020B0502040204020203" pitchFamily="34" charset="0"/>
              <a:cs typeface="Segoe UI" pitchFamily="34" charset="0"/>
            </a:endParaRPr>
          </a:p>
        </p:txBody>
      </p:sp>
      <p:sp>
        <p:nvSpPr>
          <p:cNvPr id="52" name="Oval 51">
            <a:extLst>
              <a:ext uri="{FF2B5EF4-FFF2-40B4-BE49-F238E27FC236}">
                <a16:creationId xmlns:a16="http://schemas.microsoft.com/office/drawing/2014/main" id="{D0BDAEBD-ADF0-0A5D-D736-6D84EDDC6625}"/>
              </a:ext>
              <a:ext uri="{C183D7F6-B498-43B3-948B-1728B52AA6E4}">
                <adec:decorative xmlns:adec="http://schemas.microsoft.com/office/drawing/2017/decorative" val="1"/>
              </a:ext>
            </a:extLst>
          </p:cNvPr>
          <p:cNvSpPr/>
          <p:nvPr/>
        </p:nvSpPr>
        <p:spPr bwMode="auto">
          <a:xfrm>
            <a:off x="8135086" y="2662921"/>
            <a:ext cx="443198" cy="443198"/>
          </a:xfrm>
          <a:prstGeom prst="ellipse">
            <a:avLst/>
          </a:prstGeom>
          <a:gradFill>
            <a:gsLst>
              <a:gs pos="0">
                <a:srgbClr val="7FC0E6"/>
              </a:gs>
              <a:gs pos="100000">
                <a:srgbClr val="B9DCD2"/>
              </a:gs>
              <a:gs pos="35000">
                <a:srgbClr val="8DC8E8"/>
              </a:gs>
            </a:gsLst>
            <a:lin ang="3600000" scaled="0"/>
          </a:gradFill>
          <a:ln w="15875" cap="rnd">
            <a:noFill/>
            <a:prstDash val="solid"/>
            <a:round/>
          </a:ln>
          <a:effectLst/>
        </p:spPr>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defTabSz="3448206">
              <a:spcBef>
                <a:spcPts val="1206"/>
              </a:spcBef>
              <a:tabLst>
                <a:tab pos="5666852" algn="l"/>
              </a:tabLst>
            </a:pPr>
            <a:r>
              <a:rPr lang="en-US" b="1" dirty="0">
                <a:ln w="3175">
                  <a:noFill/>
                </a:ln>
                <a:latin typeface="Segoe UI Semibold" panose="020B0502040204020203" pitchFamily="34" charset="0"/>
                <a:cs typeface="Segoe Sans Display Semibold" pitchFamily="2" charset="0"/>
              </a:rPr>
              <a:t>4</a:t>
            </a:r>
          </a:p>
        </p:txBody>
      </p:sp>
      <p:sp>
        <p:nvSpPr>
          <p:cNvPr id="45" name="TextBox 44">
            <a:extLst>
              <a:ext uri="{FF2B5EF4-FFF2-40B4-BE49-F238E27FC236}">
                <a16:creationId xmlns:a16="http://schemas.microsoft.com/office/drawing/2014/main" id="{2E64E1B3-ACDE-1C82-C5D3-DB37BE3EBC91}"/>
              </a:ext>
            </a:extLst>
          </p:cNvPr>
          <p:cNvSpPr txBox="1"/>
          <p:nvPr/>
        </p:nvSpPr>
        <p:spPr>
          <a:xfrm>
            <a:off x="7505028" y="3265205"/>
            <a:ext cx="1703314" cy="443198"/>
          </a:xfrm>
          <a:prstGeom prst="rect">
            <a:avLst/>
          </a:prstGeom>
          <a:noFill/>
        </p:spPr>
        <p:txBody>
          <a:bodyPr wrap="square" lIns="36576" tIns="36576" rIns="36576" bIns="36576" anchor="t">
            <a:spAutoFit/>
          </a:bodyPr>
          <a:lstStyle/>
          <a:p>
            <a:pPr algn="ctr" defTabSz="914437" fontAlgn="base">
              <a:spcBef>
                <a:spcPct val="0"/>
              </a:spcBef>
              <a:spcAft>
                <a:spcPct val="0"/>
              </a:spcAft>
              <a:tabLst>
                <a:tab pos="1487158" algn="l"/>
              </a:tabLst>
              <a:defRPr/>
            </a:pPr>
            <a:r>
              <a:rPr lang="en-CA" sz="2400" b="1" dirty="0">
                <a:ln w="3175">
                  <a:noFill/>
                </a:ln>
                <a:solidFill>
                  <a:srgbClr val="000000"/>
                </a:solidFill>
                <a:latin typeface="Segoe UI Semibold" panose="020B0502040204020203" pitchFamily="34" charset="0"/>
                <a:cs typeface="Segoe UI" pitchFamily="34" charset="0"/>
              </a:rPr>
              <a:t>Json</a:t>
            </a:r>
          </a:p>
        </p:txBody>
      </p:sp>
      <p:sp>
        <p:nvSpPr>
          <p:cNvPr id="46" name="TextBox 45">
            <a:extLst>
              <a:ext uri="{FF2B5EF4-FFF2-40B4-BE49-F238E27FC236}">
                <a16:creationId xmlns:a16="http://schemas.microsoft.com/office/drawing/2014/main" id="{4B6B024D-819D-7F17-D0FF-581C1547ED82}"/>
              </a:ext>
            </a:extLst>
          </p:cNvPr>
          <p:cNvSpPr txBox="1"/>
          <p:nvPr/>
        </p:nvSpPr>
        <p:spPr>
          <a:xfrm>
            <a:off x="7561300" y="3796165"/>
            <a:ext cx="1590771" cy="566309"/>
          </a:xfrm>
          <a:prstGeom prst="rect">
            <a:avLst/>
          </a:prstGeom>
          <a:noFill/>
        </p:spPr>
        <p:txBody>
          <a:bodyPr wrap="square" lIns="36576" tIns="36576" rIns="36576" bIns="36576" anchor="t">
            <a:spAutoFit/>
          </a:bodyPr>
          <a:lstStyle/>
          <a:p>
            <a:pPr algn="ctr"/>
            <a:r>
              <a:rPr lang="en-CA" sz="1600" b="1" dirty="0">
                <a:gradFill>
                  <a:gsLst>
                    <a:gs pos="21101">
                      <a:srgbClr val="000000"/>
                    </a:gs>
                    <a:gs pos="31193">
                      <a:srgbClr val="000000"/>
                    </a:gs>
                  </a:gsLst>
                  <a:path path="circle">
                    <a:fillToRect l="100000" t="100000"/>
                  </a:path>
                </a:gradFill>
                <a:latin typeface="Segoe UI Semibold" panose="020B0502040204020203" pitchFamily="34" charset="0"/>
                <a:cs typeface="Segoe Sans Display Semibold" pitchFamily="2" charset="0"/>
              </a:rPr>
              <a:t>Structured result</a:t>
            </a:r>
          </a:p>
        </p:txBody>
      </p:sp>
      <p:cxnSp>
        <p:nvCxnSpPr>
          <p:cNvPr id="57" name="!!Straight Arrow Connector 119" descr="Arrow right">
            <a:extLst>
              <a:ext uri="{FF2B5EF4-FFF2-40B4-BE49-F238E27FC236}">
                <a16:creationId xmlns:a16="http://schemas.microsoft.com/office/drawing/2014/main" id="{4A10FD8C-139B-C299-42CB-24F485681E16}"/>
              </a:ext>
            </a:extLst>
          </p:cNvPr>
          <p:cNvCxnSpPr>
            <a:cxnSpLocks/>
          </p:cNvCxnSpPr>
          <p:nvPr/>
        </p:nvCxnSpPr>
        <p:spPr>
          <a:xfrm flipH="1">
            <a:off x="9348664" y="3486492"/>
            <a:ext cx="182880" cy="0"/>
          </a:xfrm>
          <a:prstGeom prst="straightConnector1">
            <a:avLst/>
          </a:prstGeom>
          <a:ln w="12700" cap="rnd">
            <a:solidFill>
              <a:schemeClr val="tx1"/>
            </a:solidFill>
            <a:headEnd type="arrow" w="lg" len="sm"/>
            <a:tailEnd type="none" w="lg" len="sm"/>
          </a:ln>
        </p:spPr>
        <p:style>
          <a:lnRef idx="1">
            <a:schemeClr val="accent1"/>
          </a:lnRef>
          <a:fillRef idx="0">
            <a:schemeClr val="accent1"/>
          </a:fillRef>
          <a:effectRef idx="0">
            <a:schemeClr val="accent1"/>
          </a:effectRef>
          <a:fontRef idx="minor">
            <a:schemeClr val="tx1"/>
          </a:fontRef>
        </p:style>
      </p:cxnSp>
      <p:sp>
        <p:nvSpPr>
          <p:cNvPr id="38" name="Rounded Rectangle 37">
            <a:extLst>
              <a:ext uri="{FF2B5EF4-FFF2-40B4-BE49-F238E27FC236}">
                <a16:creationId xmlns:a16="http://schemas.microsoft.com/office/drawing/2014/main" id="{27D754B9-E1CD-D7B6-BB27-4F3BE91FA412}"/>
              </a:ext>
              <a:ext uri="{C183D7F6-B498-43B3-948B-1728B52AA6E4}">
                <adec:decorative xmlns:adec="http://schemas.microsoft.com/office/drawing/2017/decorative" val="1"/>
              </a:ext>
            </a:extLst>
          </p:cNvPr>
          <p:cNvSpPr/>
          <p:nvPr/>
        </p:nvSpPr>
        <p:spPr bwMode="auto">
          <a:xfrm>
            <a:off x="9630998" y="2305685"/>
            <a:ext cx="1972738" cy="2246630"/>
          </a:xfrm>
          <a:prstGeom prst="roundRect">
            <a:avLst>
              <a:gd name="adj" fmla="val 10376"/>
            </a:avLst>
          </a:prstGeom>
          <a:solidFill>
            <a:srgbClr val="194449">
              <a:alpha val="10000"/>
            </a:srgbClr>
          </a:solidFill>
        </p:spPr>
        <p:txBody>
          <a:bodyPr wrap="square" lIns="0" tIns="0" rIns="0" bIns="45720" rtlCol="0" anchor="ctr" anchorCtr="0">
            <a:noAutofit/>
          </a:bodyPr>
          <a:lstStyle/>
          <a:p>
            <a:pPr algn="ctr" defTabSz="2275850" fontAlgn="base">
              <a:spcBef>
                <a:spcPts val="200"/>
              </a:spcBef>
              <a:spcAft>
                <a:spcPct val="0"/>
              </a:spcAft>
              <a:tabLst>
                <a:tab pos="3701239" algn="l"/>
              </a:tabLst>
            </a:pPr>
            <a:endParaRPr lang="en-US" sz="1765" b="1" err="1">
              <a:ln w="3175">
                <a:noFill/>
              </a:ln>
              <a:gradFill>
                <a:gsLst>
                  <a:gs pos="22936">
                    <a:schemeClr val="tx1"/>
                  </a:gs>
                  <a:gs pos="38000">
                    <a:schemeClr val="tx1"/>
                  </a:gs>
                </a:gsLst>
                <a:path path="circle">
                  <a:fillToRect l="100000" t="100000"/>
                </a:path>
              </a:gradFill>
              <a:latin typeface="Segoe UI Semibold" panose="020B0502040204020203" pitchFamily="34" charset="0"/>
              <a:cs typeface="Segoe UI" pitchFamily="34" charset="0"/>
            </a:endParaRPr>
          </a:p>
        </p:txBody>
      </p:sp>
      <p:sp>
        <p:nvSpPr>
          <p:cNvPr id="53" name="Oval 52">
            <a:extLst>
              <a:ext uri="{FF2B5EF4-FFF2-40B4-BE49-F238E27FC236}">
                <a16:creationId xmlns:a16="http://schemas.microsoft.com/office/drawing/2014/main" id="{BA95BC22-4308-5D4A-9EFF-12AB10A1602F}"/>
              </a:ext>
              <a:ext uri="{C183D7F6-B498-43B3-948B-1728B52AA6E4}">
                <adec:decorative xmlns:adec="http://schemas.microsoft.com/office/drawing/2017/decorative" val="1"/>
              </a:ext>
            </a:extLst>
          </p:cNvPr>
          <p:cNvSpPr/>
          <p:nvPr/>
        </p:nvSpPr>
        <p:spPr bwMode="auto">
          <a:xfrm>
            <a:off x="10395768" y="2662921"/>
            <a:ext cx="443198" cy="443198"/>
          </a:xfrm>
          <a:prstGeom prst="ellipse">
            <a:avLst/>
          </a:prstGeom>
          <a:gradFill>
            <a:gsLst>
              <a:gs pos="0">
                <a:srgbClr val="7FC0E6"/>
              </a:gs>
              <a:gs pos="100000">
                <a:srgbClr val="B9DCD2"/>
              </a:gs>
              <a:gs pos="35000">
                <a:srgbClr val="8DC8E8"/>
              </a:gs>
            </a:gsLst>
            <a:lin ang="3600000" scaled="0"/>
          </a:gradFill>
          <a:ln w="15875" cap="rnd">
            <a:noFill/>
            <a:prstDash val="solid"/>
            <a:round/>
          </a:ln>
          <a:effectLst/>
        </p:spPr>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defTabSz="3448206">
              <a:spcBef>
                <a:spcPts val="1206"/>
              </a:spcBef>
              <a:tabLst>
                <a:tab pos="5666852" algn="l"/>
              </a:tabLst>
            </a:pPr>
            <a:r>
              <a:rPr lang="en-US" b="1" dirty="0">
                <a:ln w="3175">
                  <a:noFill/>
                </a:ln>
                <a:latin typeface="Segoe UI Semibold" panose="020B0502040204020203" pitchFamily="34" charset="0"/>
                <a:cs typeface="Segoe Sans Display Semibold" pitchFamily="2" charset="0"/>
              </a:rPr>
              <a:t>5</a:t>
            </a:r>
          </a:p>
        </p:txBody>
      </p:sp>
      <p:sp>
        <p:nvSpPr>
          <p:cNvPr id="47" name="TextBox 46">
            <a:extLst>
              <a:ext uri="{FF2B5EF4-FFF2-40B4-BE49-F238E27FC236}">
                <a16:creationId xmlns:a16="http://schemas.microsoft.com/office/drawing/2014/main" id="{DB2A35DE-84A2-3EFB-8E10-4D774D1F5BD9}"/>
              </a:ext>
            </a:extLst>
          </p:cNvPr>
          <p:cNvSpPr txBox="1"/>
          <p:nvPr/>
        </p:nvSpPr>
        <p:spPr>
          <a:xfrm>
            <a:off x="9765710" y="3265205"/>
            <a:ext cx="1703314" cy="443198"/>
          </a:xfrm>
          <a:prstGeom prst="rect">
            <a:avLst/>
          </a:prstGeom>
          <a:noFill/>
        </p:spPr>
        <p:txBody>
          <a:bodyPr wrap="square" lIns="36576" tIns="36576" rIns="36576" bIns="36576" anchor="t">
            <a:spAutoFit/>
          </a:bodyPr>
          <a:lstStyle/>
          <a:p>
            <a:pPr algn="ctr" defTabSz="914437" fontAlgn="base">
              <a:spcBef>
                <a:spcPct val="0"/>
              </a:spcBef>
              <a:spcAft>
                <a:spcPct val="0"/>
              </a:spcAft>
              <a:tabLst>
                <a:tab pos="1487158" algn="l"/>
              </a:tabLst>
              <a:defRPr/>
            </a:pPr>
            <a:r>
              <a:rPr lang="en-CA" sz="2400" b="1" dirty="0">
                <a:ln w="3175">
                  <a:noFill/>
                </a:ln>
                <a:solidFill>
                  <a:srgbClr val="000000"/>
                </a:solidFill>
                <a:latin typeface="Segoe UI Semibold" panose="020B0502040204020203" pitchFamily="34" charset="0"/>
                <a:cs typeface="Segoe UI" pitchFamily="34" charset="0"/>
              </a:rPr>
              <a:t>Route</a:t>
            </a:r>
          </a:p>
        </p:txBody>
      </p:sp>
      <p:sp>
        <p:nvSpPr>
          <p:cNvPr id="48" name="TextBox 47">
            <a:extLst>
              <a:ext uri="{FF2B5EF4-FFF2-40B4-BE49-F238E27FC236}">
                <a16:creationId xmlns:a16="http://schemas.microsoft.com/office/drawing/2014/main" id="{BC68DB23-4451-AB06-7C75-A6060AF49B4F}"/>
              </a:ext>
            </a:extLst>
          </p:cNvPr>
          <p:cNvSpPr txBox="1"/>
          <p:nvPr/>
        </p:nvSpPr>
        <p:spPr>
          <a:xfrm>
            <a:off x="9821982" y="3796165"/>
            <a:ext cx="1590771" cy="566309"/>
          </a:xfrm>
          <a:prstGeom prst="rect">
            <a:avLst/>
          </a:prstGeom>
          <a:noFill/>
        </p:spPr>
        <p:txBody>
          <a:bodyPr wrap="square" lIns="36576" tIns="36576" rIns="36576" bIns="36576" anchor="t">
            <a:spAutoFit/>
          </a:bodyPr>
          <a:lstStyle/>
          <a:p>
            <a:pPr algn="ctr"/>
            <a:r>
              <a:rPr lang="en-CA" sz="1600" b="1" dirty="0">
                <a:gradFill>
                  <a:gsLst>
                    <a:gs pos="21101">
                      <a:srgbClr val="000000"/>
                    </a:gs>
                    <a:gs pos="31193">
                      <a:srgbClr val="000000"/>
                    </a:gs>
                  </a:gsLst>
                  <a:path path="circle">
                    <a:fillToRect l="100000" t="100000"/>
                  </a:path>
                </a:gradFill>
                <a:latin typeface="Segoe UI Semibold" panose="020B0502040204020203" pitchFamily="34" charset="0"/>
                <a:cs typeface="Segoe Sans Display Semibold" pitchFamily="2" charset="0"/>
              </a:rPr>
              <a:t>Human review / dashboard</a:t>
            </a:r>
          </a:p>
        </p:txBody>
      </p:sp>
      <p:sp>
        <p:nvSpPr>
          <p:cNvPr id="58" name="TextBox 57">
            <a:extLst>
              <a:ext uri="{FF2B5EF4-FFF2-40B4-BE49-F238E27FC236}">
                <a16:creationId xmlns:a16="http://schemas.microsoft.com/office/drawing/2014/main" id="{76906789-0EFC-6D03-09FB-1318898C3ADC}"/>
              </a:ext>
            </a:extLst>
          </p:cNvPr>
          <p:cNvSpPr txBox="1"/>
          <p:nvPr/>
        </p:nvSpPr>
        <p:spPr>
          <a:xfrm>
            <a:off x="1158240" y="4952351"/>
            <a:ext cx="9875520" cy="443198"/>
          </a:xfrm>
          <a:prstGeom prst="rect">
            <a:avLst/>
          </a:prstGeom>
          <a:noFill/>
        </p:spPr>
        <p:txBody>
          <a:bodyPr wrap="square" lIns="36576" tIns="36576" rIns="36576" bIns="36576" anchor="t">
            <a:spAutoFit/>
          </a:bodyPr>
          <a:lstStyle/>
          <a:p>
            <a:pPr algn="ctr"/>
            <a:r>
              <a:rPr lang="en-CA" sz="2400" b="1" dirty="0">
                <a:ln w="3175">
                  <a:noFill/>
                </a:ln>
                <a:gradFill flip="none" rotWithShape="1">
                  <a:gsLst>
                    <a:gs pos="0">
                      <a:srgbClr val="175B9C"/>
                    </a:gs>
                    <a:gs pos="100000">
                      <a:srgbClr val="87ADA2"/>
                    </a:gs>
                    <a:gs pos="50000">
                      <a:srgbClr val="0078D4"/>
                    </a:gs>
                  </a:gsLst>
                  <a:path path="circle">
                    <a:fillToRect t="100000" r="100000"/>
                  </a:path>
                  <a:tileRect l="-100000" b="-100000"/>
                </a:gradFill>
                <a:latin typeface="Segoe UI Semibold" panose="020B0502040204020203" pitchFamily="34" charset="0"/>
                <a:cs typeface="Segoe UI" pitchFamily="34" charset="0"/>
              </a:rPr>
              <a:t>The model identifies signals; your code makes the routing decision</a:t>
            </a:r>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
                                  </p:stCondLst>
                                  <p:childTnLst>
                                    <p:set>
                                      <p:cBhvr>
                                        <p:cTn id="6" dur="1" fill="hold">
                                          <p:stCondLst>
                                            <p:cond delay="0"/>
                                          </p:stCondLst>
                                        </p:cTn>
                                        <p:tgtEl>
                                          <p:spTgt spid="49"/>
                                        </p:tgtEl>
                                        <p:attrNameLst>
                                          <p:attrName>style.visibility</p:attrName>
                                        </p:attrNameLst>
                                      </p:cBhvr>
                                      <p:to>
                                        <p:strVal val="visible"/>
                                      </p:to>
                                    </p:set>
                                    <p:animEffect transition="in" filter="fade">
                                      <p:cBhvr>
                                        <p:cTn id="7" dur="500"/>
                                        <p:tgtEl>
                                          <p:spTgt spid="49"/>
                                        </p:tgtEl>
                                      </p:cBhvr>
                                    </p:animEffect>
                                  </p:childTnLst>
                                </p:cTn>
                              </p:par>
                              <p:par>
                                <p:cTn id="8" presetID="10" presetClass="entr" presetSubtype="0" fill="hold" grpId="0" nodeType="withEffect">
                                  <p:stCondLst>
                                    <p:cond delay="200"/>
                                  </p:stCondLst>
                                  <p:childTnLst>
                                    <p:set>
                                      <p:cBhvr>
                                        <p:cTn id="9" dur="1" fill="hold">
                                          <p:stCondLst>
                                            <p:cond delay="0"/>
                                          </p:stCondLst>
                                        </p:cTn>
                                        <p:tgtEl>
                                          <p:spTgt spid="50"/>
                                        </p:tgtEl>
                                        <p:attrNameLst>
                                          <p:attrName>style.visibility</p:attrName>
                                        </p:attrNameLst>
                                      </p:cBhvr>
                                      <p:to>
                                        <p:strVal val="visible"/>
                                      </p:to>
                                    </p:set>
                                    <p:animEffect transition="in" filter="fade">
                                      <p:cBhvr>
                                        <p:cTn id="10" dur="500"/>
                                        <p:tgtEl>
                                          <p:spTgt spid="50"/>
                                        </p:tgtEl>
                                      </p:cBhvr>
                                    </p:animEffect>
                                  </p:childTnLst>
                                </p:cTn>
                              </p:par>
                              <p:par>
                                <p:cTn id="11" presetID="10" presetClass="entr" presetSubtype="0" fill="hold" grpId="0" nodeType="withEffect">
                                  <p:stCondLst>
                                    <p:cond delay="300"/>
                                  </p:stCondLst>
                                  <p:childTnLst>
                                    <p:set>
                                      <p:cBhvr>
                                        <p:cTn id="12" dur="1" fill="hold">
                                          <p:stCondLst>
                                            <p:cond delay="0"/>
                                          </p:stCondLst>
                                        </p:cTn>
                                        <p:tgtEl>
                                          <p:spTgt spid="51"/>
                                        </p:tgtEl>
                                        <p:attrNameLst>
                                          <p:attrName>style.visibility</p:attrName>
                                        </p:attrNameLst>
                                      </p:cBhvr>
                                      <p:to>
                                        <p:strVal val="visible"/>
                                      </p:to>
                                    </p:set>
                                    <p:animEffect transition="in" filter="fade">
                                      <p:cBhvr>
                                        <p:cTn id="13" dur="500"/>
                                        <p:tgtEl>
                                          <p:spTgt spid="51"/>
                                        </p:tgtEl>
                                      </p:cBhvr>
                                    </p:animEffect>
                                  </p:childTnLst>
                                </p:cTn>
                              </p:par>
                              <p:par>
                                <p:cTn id="14" presetID="10" presetClass="entr" presetSubtype="0" fill="hold" grpId="0" nodeType="withEffect">
                                  <p:stCondLst>
                                    <p:cond delay="400"/>
                                  </p:stCondLst>
                                  <p:childTnLst>
                                    <p:set>
                                      <p:cBhvr>
                                        <p:cTn id="15" dur="1" fill="hold">
                                          <p:stCondLst>
                                            <p:cond delay="0"/>
                                          </p:stCondLst>
                                        </p:cTn>
                                        <p:tgtEl>
                                          <p:spTgt spid="52"/>
                                        </p:tgtEl>
                                        <p:attrNameLst>
                                          <p:attrName>style.visibility</p:attrName>
                                        </p:attrNameLst>
                                      </p:cBhvr>
                                      <p:to>
                                        <p:strVal val="visible"/>
                                      </p:to>
                                    </p:set>
                                    <p:animEffect transition="in" filter="fade">
                                      <p:cBhvr>
                                        <p:cTn id="16" dur="500"/>
                                        <p:tgtEl>
                                          <p:spTgt spid="52"/>
                                        </p:tgtEl>
                                      </p:cBhvr>
                                    </p:animEffect>
                                  </p:childTnLst>
                                </p:cTn>
                              </p:par>
                              <p:par>
                                <p:cTn id="17" presetID="10" presetClass="entr" presetSubtype="0" fill="hold" grpId="0" nodeType="withEffect">
                                  <p:stCondLst>
                                    <p:cond delay="500"/>
                                  </p:stCondLst>
                                  <p:childTnLst>
                                    <p:set>
                                      <p:cBhvr>
                                        <p:cTn id="18" dur="1" fill="hold">
                                          <p:stCondLst>
                                            <p:cond delay="0"/>
                                          </p:stCondLst>
                                        </p:cTn>
                                        <p:tgtEl>
                                          <p:spTgt spid="53"/>
                                        </p:tgtEl>
                                        <p:attrNameLst>
                                          <p:attrName>style.visibility</p:attrName>
                                        </p:attrNameLst>
                                      </p:cBhvr>
                                      <p:to>
                                        <p:strVal val="visible"/>
                                      </p:to>
                                    </p:set>
                                    <p:animEffect transition="in" filter="fade">
                                      <p:cBhvr>
                                        <p:cTn id="19" dur="500"/>
                                        <p:tgtEl>
                                          <p:spTgt spid="5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59"/>
                                        </p:tgtEl>
                                        <p:attrNameLst>
                                          <p:attrName>style.visibility</p:attrName>
                                        </p:attrNameLst>
                                      </p:cBhvr>
                                      <p:to>
                                        <p:strVal val="visible"/>
                                      </p:to>
                                    </p:set>
                                    <p:animEffect transition="in" filter="fade">
                                      <p:cBhvr>
                                        <p:cTn id="22" dur="500"/>
                                        <p:tgtEl>
                                          <p:spTgt spid="59"/>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2"/>
                                        </p:tgtEl>
                                        <p:attrNameLst>
                                          <p:attrName>style.visibility</p:attrName>
                                        </p:attrNameLst>
                                      </p:cBhvr>
                                      <p:to>
                                        <p:strVal val="visible"/>
                                      </p:to>
                                    </p:set>
                                    <p:animEffect transition="in" filter="fade">
                                      <p:cBhvr>
                                        <p:cTn id="25" dur="500"/>
                                        <p:tgtEl>
                                          <p:spTgt spid="2"/>
                                        </p:tgtEl>
                                      </p:cBhvr>
                                    </p:animEffect>
                                  </p:childTnLst>
                                </p:cTn>
                              </p:par>
                              <p:par>
                                <p:cTn id="26" presetID="10" presetClass="entr" presetSubtype="0" fill="hold" grpId="0" nodeType="withEffect">
                                  <p:stCondLst>
                                    <p:cond delay="100"/>
                                  </p:stCondLst>
                                  <p:childTnLst>
                                    <p:set>
                                      <p:cBhvr>
                                        <p:cTn id="27" dur="1" fill="hold">
                                          <p:stCondLst>
                                            <p:cond delay="0"/>
                                          </p:stCondLst>
                                        </p:cTn>
                                        <p:tgtEl>
                                          <p:spTgt spid="6"/>
                                        </p:tgtEl>
                                        <p:attrNameLst>
                                          <p:attrName>style.visibility</p:attrName>
                                        </p:attrNameLst>
                                      </p:cBhvr>
                                      <p:to>
                                        <p:strVal val="visible"/>
                                      </p:to>
                                    </p:set>
                                    <p:animEffect transition="in" filter="fade">
                                      <p:cBhvr>
                                        <p:cTn id="28" dur="500"/>
                                        <p:tgtEl>
                                          <p:spTgt spid="6"/>
                                        </p:tgtEl>
                                      </p:cBhvr>
                                    </p:animEffect>
                                  </p:childTnLst>
                                </p:cTn>
                              </p:par>
                              <p:par>
                                <p:cTn id="29" presetID="10" presetClass="entr" presetSubtype="0" fill="hold" grpId="0" nodeType="withEffect">
                                  <p:stCondLst>
                                    <p:cond delay="100"/>
                                  </p:stCondLst>
                                  <p:childTnLst>
                                    <p:set>
                                      <p:cBhvr>
                                        <p:cTn id="30" dur="1" fill="hold">
                                          <p:stCondLst>
                                            <p:cond delay="0"/>
                                          </p:stCondLst>
                                        </p:cTn>
                                        <p:tgtEl>
                                          <p:spTgt spid="39"/>
                                        </p:tgtEl>
                                        <p:attrNameLst>
                                          <p:attrName>style.visibility</p:attrName>
                                        </p:attrNameLst>
                                      </p:cBhvr>
                                      <p:to>
                                        <p:strVal val="visible"/>
                                      </p:to>
                                    </p:set>
                                    <p:animEffect transition="in" filter="fade">
                                      <p:cBhvr>
                                        <p:cTn id="31" dur="500"/>
                                        <p:tgtEl>
                                          <p:spTgt spid="39"/>
                                        </p:tgtEl>
                                      </p:cBhvr>
                                    </p:animEffect>
                                  </p:childTnLst>
                                </p:cTn>
                              </p:par>
                              <p:par>
                                <p:cTn id="32" presetID="10" presetClass="entr" presetSubtype="0" fill="hold" grpId="0" nodeType="withEffect">
                                  <p:stCondLst>
                                    <p:cond delay="100"/>
                                  </p:stCondLst>
                                  <p:childTnLst>
                                    <p:set>
                                      <p:cBhvr>
                                        <p:cTn id="33" dur="1" fill="hold">
                                          <p:stCondLst>
                                            <p:cond delay="0"/>
                                          </p:stCondLst>
                                        </p:cTn>
                                        <p:tgtEl>
                                          <p:spTgt spid="40"/>
                                        </p:tgtEl>
                                        <p:attrNameLst>
                                          <p:attrName>style.visibility</p:attrName>
                                        </p:attrNameLst>
                                      </p:cBhvr>
                                      <p:to>
                                        <p:strVal val="visible"/>
                                      </p:to>
                                    </p:set>
                                    <p:animEffect transition="in" filter="fade">
                                      <p:cBhvr>
                                        <p:cTn id="34" dur="500"/>
                                        <p:tgtEl>
                                          <p:spTgt spid="40"/>
                                        </p:tgtEl>
                                      </p:cBhvr>
                                    </p:animEffect>
                                  </p:childTnLst>
                                </p:cTn>
                              </p:par>
                              <p:par>
                                <p:cTn id="35" presetID="10" presetClass="entr" presetSubtype="0" fill="hold" grpId="0" nodeType="withEffect">
                                  <p:stCondLst>
                                    <p:cond delay="200"/>
                                  </p:stCondLst>
                                  <p:childTnLst>
                                    <p:set>
                                      <p:cBhvr>
                                        <p:cTn id="36" dur="1" fill="hold">
                                          <p:stCondLst>
                                            <p:cond delay="0"/>
                                          </p:stCondLst>
                                        </p:cTn>
                                        <p:tgtEl>
                                          <p:spTgt spid="35"/>
                                        </p:tgtEl>
                                        <p:attrNameLst>
                                          <p:attrName>style.visibility</p:attrName>
                                        </p:attrNameLst>
                                      </p:cBhvr>
                                      <p:to>
                                        <p:strVal val="visible"/>
                                      </p:to>
                                    </p:set>
                                    <p:animEffect transition="in" filter="fade">
                                      <p:cBhvr>
                                        <p:cTn id="37" dur="500"/>
                                        <p:tgtEl>
                                          <p:spTgt spid="35"/>
                                        </p:tgtEl>
                                      </p:cBhvr>
                                    </p:animEffect>
                                  </p:childTnLst>
                                </p:cTn>
                              </p:par>
                              <p:par>
                                <p:cTn id="38" presetID="10" presetClass="entr" presetSubtype="0" fill="hold" grpId="0" nodeType="withEffect">
                                  <p:stCondLst>
                                    <p:cond delay="200"/>
                                  </p:stCondLst>
                                  <p:childTnLst>
                                    <p:set>
                                      <p:cBhvr>
                                        <p:cTn id="39" dur="1" fill="hold">
                                          <p:stCondLst>
                                            <p:cond delay="0"/>
                                          </p:stCondLst>
                                        </p:cTn>
                                        <p:tgtEl>
                                          <p:spTgt spid="41"/>
                                        </p:tgtEl>
                                        <p:attrNameLst>
                                          <p:attrName>style.visibility</p:attrName>
                                        </p:attrNameLst>
                                      </p:cBhvr>
                                      <p:to>
                                        <p:strVal val="visible"/>
                                      </p:to>
                                    </p:set>
                                    <p:animEffect transition="in" filter="fade">
                                      <p:cBhvr>
                                        <p:cTn id="40" dur="500"/>
                                        <p:tgtEl>
                                          <p:spTgt spid="41"/>
                                        </p:tgtEl>
                                      </p:cBhvr>
                                    </p:animEffect>
                                  </p:childTnLst>
                                </p:cTn>
                              </p:par>
                              <p:par>
                                <p:cTn id="41" presetID="10" presetClass="entr" presetSubtype="0" fill="hold" grpId="0" nodeType="withEffect">
                                  <p:stCondLst>
                                    <p:cond delay="200"/>
                                  </p:stCondLst>
                                  <p:childTnLst>
                                    <p:set>
                                      <p:cBhvr>
                                        <p:cTn id="42" dur="1" fill="hold">
                                          <p:stCondLst>
                                            <p:cond delay="0"/>
                                          </p:stCondLst>
                                        </p:cTn>
                                        <p:tgtEl>
                                          <p:spTgt spid="42"/>
                                        </p:tgtEl>
                                        <p:attrNameLst>
                                          <p:attrName>style.visibility</p:attrName>
                                        </p:attrNameLst>
                                      </p:cBhvr>
                                      <p:to>
                                        <p:strVal val="visible"/>
                                      </p:to>
                                    </p:set>
                                    <p:animEffect transition="in" filter="fade">
                                      <p:cBhvr>
                                        <p:cTn id="43" dur="500"/>
                                        <p:tgtEl>
                                          <p:spTgt spid="42"/>
                                        </p:tgtEl>
                                      </p:cBhvr>
                                    </p:animEffect>
                                  </p:childTnLst>
                                </p:cTn>
                              </p:par>
                              <p:par>
                                <p:cTn id="44" presetID="10" presetClass="entr" presetSubtype="0" fill="hold" grpId="0" nodeType="withEffect">
                                  <p:stCondLst>
                                    <p:cond delay="300"/>
                                  </p:stCondLst>
                                  <p:childTnLst>
                                    <p:set>
                                      <p:cBhvr>
                                        <p:cTn id="45" dur="1" fill="hold">
                                          <p:stCondLst>
                                            <p:cond delay="0"/>
                                          </p:stCondLst>
                                        </p:cTn>
                                        <p:tgtEl>
                                          <p:spTgt spid="36"/>
                                        </p:tgtEl>
                                        <p:attrNameLst>
                                          <p:attrName>style.visibility</p:attrName>
                                        </p:attrNameLst>
                                      </p:cBhvr>
                                      <p:to>
                                        <p:strVal val="visible"/>
                                      </p:to>
                                    </p:set>
                                    <p:animEffect transition="in" filter="fade">
                                      <p:cBhvr>
                                        <p:cTn id="46" dur="500"/>
                                        <p:tgtEl>
                                          <p:spTgt spid="36"/>
                                        </p:tgtEl>
                                      </p:cBhvr>
                                    </p:animEffect>
                                  </p:childTnLst>
                                </p:cTn>
                              </p:par>
                              <p:par>
                                <p:cTn id="47" presetID="10" presetClass="entr" presetSubtype="0" fill="hold" grpId="0" nodeType="withEffect">
                                  <p:stCondLst>
                                    <p:cond delay="300"/>
                                  </p:stCondLst>
                                  <p:childTnLst>
                                    <p:set>
                                      <p:cBhvr>
                                        <p:cTn id="48" dur="1" fill="hold">
                                          <p:stCondLst>
                                            <p:cond delay="0"/>
                                          </p:stCondLst>
                                        </p:cTn>
                                        <p:tgtEl>
                                          <p:spTgt spid="43"/>
                                        </p:tgtEl>
                                        <p:attrNameLst>
                                          <p:attrName>style.visibility</p:attrName>
                                        </p:attrNameLst>
                                      </p:cBhvr>
                                      <p:to>
                                        <p:strVal val="visible"/>
                                      </p:to>
                                    </p:set>
                                    <p:animEffect transition="in" filter="fade">
                                      <p:cBhvr>
                                        <p:cTn id="49" dur="500"/>
                                        <p:tgtEl>
                                          <p:spTgt spid="43"/>
                                        </p:tgtEl>
                                      </p:cBhvr>
                                    </p:animEffect>
                                  </p:childTnLst>
                                </p:cTn>
                              </p:par>
                              <p:par>
                                <p:cTn id="50" presetID="10" presetClass="entr" presetSubtype="0" fill="hold" grpId="0" nodeType="withEffect">
                                  <p:stCondLst>
                                    <p:cond delay="300"/>
                                  </p:stCondLst>
                                  <p:childTnLst>
                                    <p:set>
                                      <p:cBhvr>
                                        <p:cTn id="51" dur="1" fill="hold">
                                          <p:stCondLst>
                                            <p:cond delay="0"/>
                                          </p:stCondLst>
                                        </p:cTn>
                                        <p:tgtEl>
                                          <p:spTgt spid="44"/>
                                        </p:tgtEl>
                                        <p:attrNameLst>
                                          <p:attrName>style.visibility</p:attrName>
                                        </p:attrNameLst>
                                      </p:cBhvr>
                                      <p:to>
                                        <p:strVal val="visible"/>
                                      </p:to>
                                    </p:set>
                                    <p:animEffect transition="in" filter="fade">
                                      <p:cBhvr>
                                        <p:cTn id="52" dur="500"/>
                                        <p:tgtEl>
                                          <p:spTgt spid="44"/>
                                        </p:tgtEl>
                                      </p:cBhvr>
                                    </p:animEffect>
                                  </p:childTnLst>
                                </p:cTn>
                              </p:par>
                              <p:par>
                                <p:cTn id="53" presetID="10" presetClass="entr" presetSubtype="0" fill="hold" grpId="0" nodeType="withEffect">
                                  <p:stCondLst>
                                    <p:cond delay="40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500"/>
                                        <p:tgtEl>
                                          <p:spTgt spid="37"/>
                                        </p:tgtEl>
                                      </p:cBhvr>
                                    </p:animEffect>
                                  </p:childTnLst>
                                </p:cTn>
                              </p:par>
                              <p:par>
                                <p:cTn id="56" presetID="10" presetClass="entr" presetSubtype="0" fill="hold" grpId="0" nodeType="withEffect">
                                  <p:stCondLst>
                                    <p:cond delay="400"/>
                                  </p:stCondLst>
                                  <p:childTnLst>
                                    <p:set>
                                      <p:cBhvr>
                                        <p:cTn id="57" dur="1" fill="hold">
                                          <p:stCondLst>
                                            <p:cond delay="0"/>
                                          </p:stCondLst>
                                        </p:cTn>
                                        <p:tgtEl>
                                          <p:spTgt spid="45"/>
                                        </p:tgtEl>
                                        <p:attrNameLst>
                                          <p:attrName>style.visibility</p:attrName>
                                        </p:attrNameLst>
                                      </p:cBhvr>
                                      <p:to>
                                        <p:strVal val="visible"/>
                                      </p:to>
                                    </p:set>
                                    <p:animEffect transition="in" filter="fade">
                                      <p:cBhvr>
                                        <p:cTn id="58" dur="500"/>
                                        <p:tgtEl>
                                          <p:spTgt spid="45"/>
                                        </p:tgtEl>
                                      </p:cBhvr>
                                    </p:animEffect>
                                  </p:childTnLst>
                                </p:cTn>
                              </p:par>
                              <p:par>
                                <p:cTn id="59" presetID="10" presetClass="entr" presetSubtype="0" fill="hold" grpId="0" nodeType="withEffect">
                                  <p:stCondLst>
                                    <p:cond delay="400"/>
                                  </p:stCondLst>
                                  <p:childTnLst>
                                    <p:set>
                                      <p:cBhvr>
                                        <p:cTn id="60" dur="1" fill="hold">
                                          <p:stCondLst>
                                            <p:cond delay="0"/>
                                          </p:stCondLst>
                                        </p:cTn>
                                        <p:tgtEl>
                                          <p:spTgt spid="46"/>
                                        </p:tgtEl>
                                        <p:attrNameLst>
                                          <p:attrName>style.visibility</p:attrName>
                                        </p:attrNameLst>
                                      </p:cBhvr>
                                      <p:to>
                                        <p:strVal val="visible"/>
                                      </p:to>
                                    </p:set>
                                    <p:animEffect transition="in" filter="fade">
                                      <p:cBhvr>
                                        <p:cTn id="61" dur="500"/>
                                        <p:tgtEl>
                                          <p:spTgt spid="46"/>
                                        </p:tgtEl>
                                      </p:cBhvr>
                                    </p:animEffect>
                                  </p:childTnLst>
                                </p:cTn>
                              </p:par>
                              <p:par>
                                <p:cTn id="62" presetID="10" presetClass="entr" presetSubtype="0" fill="hold" grpId="0" nodeType="withEffect">
                                  <p:stCondLst>
                                    <p:cond delay="500"/>
                                  </p:stCondLst>
                                  <p:childTnLst>
                                    <p:set>
                                      <p:cBhvr>
                                        <p:cTn id="63" dur="1" fill="hold">
                                          <p:stCondLst>
                                            <p:cond delay="0"/>
                                          </p:stCondLst>
                                        </p:cTn>
                                        <p:tgtEl>
                                          <p:spTgt spid="38"/>
                                        </p:tgtEl>
                                        <p:attrNameLst>
                                          <p:attrName>style.visibility</p:attrName>
                                        </p:attrNameLst>
                                      </p:cBhvr>
                                      <p:to>
                                        <p:strVal val="visible"/>
                                      </p:to>
                                    </p:set>
                                    <p:animEffect transition="in" filter="fade">
                                      <p:cBhvr>
                                        <p:cTn id="64" dur="500"/>
                                        <p:tgtEl>
                                          <p:spTgt spid="38"/>
                                        </p:tgtEl>
                                      </p:cBhvr>
                                    </p:animEffect>
                                  </p:childTnLst>
                                </p:cTn>
                              </p:par>
                              <p:par>
                                <p:cTn id="65" presetID="10" presetClass="entr" presetSubtype="0" fill="hold" grpId="0" nodeType="withEffect">
                                  <p:stCondLst>
                                    <p:cond delay="500"/>
                                  </p:stCondLst>
                                  <p:childTnLst>
                                    <p:set>
                                      <p:cBhvr>
                                        <p:cTn id="66" dur="1" fill="hold">
                                          <p:stCondLst>
                                            <p:cond delay="0"/>
                                          </p:stCondLst>
                                        </p:cTn>
                                        <p:tgtEl>
                                          <p:spTgt spid="47"/>
                                        </p:tgtEl>
                                        <p:attrNameLst>
                                          <p:attrName>style.visibility</p:attrName>
                                        </p:attrNameLst>
                                      </p:cBhvr>
                                      <p:to>
                                        <p:strVal val="visible"/>
                                      </p:to>
                                    </p:set>
                                    <p:animEffect transition="in" filter="fade">
                                      <p:cBhvr>
                                        <p:cTn id="67" dur="500"/>
                                        <p:tgtEl>
                                          <p:spTgt spid="47"/>
                                        </p:tgtEl>
                                      </p:cBhvr>
                                    </p:animEffect>
                                  </p:childTnLst>
                                </p:cTn>
                              </p:par>
                              <p:par>
                                <p:cTn id="68" presetID="10" presetClass="entr" presetSubtype="0" fill="hold" grpId="0" nodeType="withEffect">
                                  <p:stCondLst>
                                    <p:cond delay="500"/>
                                  </p:stCondLst>
                                  <p:childTnLst>
                                    <p:set>
                                      <p:cBhvr>
                                        <p:cTn id="69" dur="1" fill="hold">
                                          <p:stCondLst>
                                            <p:cond delay="0"/>
                                          </p:stCondLst>
                                        </p:cTn>
                                        <p:tgtEl>
                                          <p:spTgt spid="48"/>
                                        </p:tgtEl>
                                        <p:attrNameLst>
                                          <p:attrName>style.visibility</p:attrName>
                                        </p:attrNameLst>
                                      </p:cBhvr>
                                      <p:to>
                                        <p:strVal val="visible"/>
                                      </p:to>
                                    </p:set>
                                    <p:animEffect transition="in" filter="fade">
                                      <p:cBhvr>
                                        <p:cTn id="70" dur="500"/>
                                        <p:tgtEl>
                                          <p:spTgt spid="48"/>
                                        </p:tgtEl>
                                      </p:cBhvr>
                                    </p:animEffect>
                                  </p:childTnLst>
                                </p:cTn>
                              </p:par>
                              <p:par>
                                <p:cTn id="71" presetID="10" presetClass="entr" presetSubtype="0" fill="hold" grpId="0" nodeType="withEffect">
                                  <p:stCondLst>
                                    <p:cond delay="600"/>
                                  </p:stCondLst>
                                  <p:childTnLst>
                                    <p:set>
                                      <p:cBhvr>
                                        <p:cTn id="72" dur="1" fill="hold">
                                          <p:stCondLst>
                                            <p:cond delay="0"/>
                                          </p:stCondLst>
                                        </p:cTn>
                                        <p:tgtEl>
                                          <p:spTgt spid="58"/>
                                        </p:tgtEl>
                                        <p:attrNameLst>
                                          <p:attrName>style.visibility</p:attrName>
                                        </p:attrNameLst>
                                      </p:cBhvr>
                                      <p:to>
                                        <p:strVal val="visible"/>
                                      </p:to>
                                    </p:set>
                                    <p:animEffect transition="in" filter="fade">
                                      <p:cBhvr>
                                        <p:cTn id="73" dur="500"/>
                                        <p:tgtEl>
                                          <p:spTgt spid="58"/>
                                        </p:tgtEl>
                                      </p:cBhvr>
                                    </p:animEffect>
                                  </p:childTnLst>
                                </p:cTn>
                              </p:par>
                              <p:par>
                                <p:cTn id="74" presetID="10" presetClass="entr" presetSubtype="0" fill="hold" nodeType="withEffect">
                                  <p:stCondLst>
                                    <p:cond delay="200"/>
                                  </p:stCondLst>
                                  <p:childTnLst>
                                    <p:set>
                                      <p:cBhvr>
                                        <p:cTn id="75" dur="1" fill="hold">
                                          <p:stCondLst>
                                            <p:cond delay="0"/>
                                          </p:stCondLst>
                                        </p:cTn>
                                        <p:tgtEl>
                                          <p:spTgt spid="54"/>
                                        </p:tgtEl>
                                        <p:attrNameLst>
                                          <p:attrName>style.visibility</p:attrName>
                                        </p:attrNameLst>
                                      </p:cBhvr>
                                      <p:to>
                                        <p:strVal val="visible"/>
                                      </p:to>
                                    </p:set>
                                    <p:animEffect transition="in" filter="fade">
                                      <p:cBhvr>
                                        <p:cTn id="76" dur="500"/>
                                        <p:tgtEl>
                                          <p:spTgt spid="54"/>
                                        </p:tgtEl>
                                      </p:cBhvr>
                                    </p:animEffect>
                                  </p:childTnLst>
                                </p:cTn>
                              </p:par>
                              <p:par>
                                <p:cTn id="77" presetID="10" presetClass="entr" presetSubtype="0" fill="hold" nodeType="withEffect">
                                  <p:stCondLst>
                                    <p:cond delay="300"/>
                                  </p:stCondLst>
                                  <p:childTnLst>
                                    <p:set>
                                      <p:cBhvr>
                                        <p:cTn id="78" dur="1" fill="hold">
                                          <p:stCondLst>
                                            <p:cond delay="0"/>
                                          </p:stCondLst>
                                        </p:cTn>
                                        <p:tgtEl>
                                          <p:spTgt spid="55"/>
                                        </p:tgtEl>
                                        <p:attrNameLst>
                                          <p:attrName>style.visibility</p:attrName>
                                        </p:attrNameLst>
                                      </p:cBhvr>
                                      <p:to>
                                        <p:strVal val="visible"/>
                                      </p:to>
                                    </p:set>
                                    <p:animEffect transition="in" filter="fade">
                                      <p:cBhvr>
                                        <p:cTn id="79" dur="500"/>
                                        <p:tgtEl>
                                          <p:spTgt spid="55"/>
                                        </p:tgtEl>
                                      </p:cBhvr>
                                    </p:animEffect>
                                  </p:childTnLst>
                                </p:cTn>
                              </p:par>
                              <p:par>
                                <p:cTn id="80" presetID="10" presetClass="entr" presetSubtype="0" fill="hold" nodeType="withEffect">
                                  <p:stCondLst>
                                    <p:cond delay="400"/>
                                  </p:stCondLst>
                                  <p:childTnLst>
                                    <p:set>
                                      <p:cBhvr>
                                        <p:cTn id="81" dur="1" fill="hold">
                                          <p:stCondLst>
                                            <p:cond delay="0"/>
                                          </p:stCondLst>
                                        </p:cTn>
                                        <p:tgtEl>
                                          <p:spTgt spid="56"/>
                                        </p:tgtEl>
                                        <p:attrNameLst>
                                          <p:attrName>style.visibility</p:attrName>
                                        </p:attrNameLst>
                                      </p:cBhvr>
                                      <p:to>
                                        <p:strVal val="visible"/>
                                      </p:to>
                                    </p:set>
                                    <p:animEffect transition="in" filter="fade">
                                      <p:cBhvr>
                                        <p:cTn id="82" dur="500"/>
                                        <p:tgtEl>
                                          <p:spTgt spid="56"/>
                                        </p:tgtEl>
                                      </p:cBhvr>
                                    </p:animEffect>
                                  </p:childTnLst>
                                </p:cTn>
                              </p:par>
                              <p:par>
                                <p:cTn id="83" presetID="10" presetClass="entr" presetSubtype="0" fill="hold" nodeType="withEffect">
                                  <p:stCondLst>
                                    <p:cond delay="500"/>
                                  </p:stCondLst>
                                  <p:childTnLst>
                                    <p:set>
                                      <p:cBhvr>
                                        <p:cTn id="84" dur="1" fill="hold">
                                          <p:stCondLst>
                                            <p:cond delay="0"/>
                                          </p:stCondLst>
                                        </p:cTn>
                                        <p:tgtEl>
                                          <p:spTgt spid="57"/>
                                        </p:tgtEl>
                                        <p:attrNameLst>
                                          <p:attrName>style.visibility</p:attrName>
                                        </p:attrNameLst>
                                      </p:cBhvr>
                                      <p:to>
                                        <p:strVal val="visible"/>
                                      </p:to>
                                    </p:set>
                                    <p:animEffect transition="in" filter="fade">
                                      <p:cBhvr>
                                        <p:cTn id="85" dur="5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59" grpId="0"/>
      <p:bldP spid="6" grpId="0" animBg="1"/>
      <p:bldP spid="49" grpId="0" animBg="1"/>
      <p:bldP spid="39" grpId="0"/>
      <p:bldP spid="40" grpId="0"/>
      <p:bldP spid="35" grpId="0" animBg="1"/>
      <p:bldP spid="50" grpId="0" animBg="1"/>
      <p:bldP spid="41" grpId="0"/>
      <p:bldP spid="42" grpId="0"/>
      <p:bldP spid="36" grpId="0" animBg="1"/>
      <p:bldP spid="51" grpId="0" animBg="1"/>
      <p:bldP spid="43" grpId="0"/>
      <p:bldP spid="44" grpId="0"/>
      <p:bldP spid="37" grpId="0" animBg="1"/>
      <p:bldP spid="52" grpId="0" animBg="1"/>
      <p:bldP spid="45" grpId="0"/>
      <p:bldP spid="46" grpId="0"/>
      <p:bldP spid="38" grpId="0" animBg="1"/>
      <p:bldP spid="53" grpId="0" animBg="1"/>
      <p:bldP spid="47" grpId="0"/>
      <p:bldP spid="48" grpId="0"/>
      <p:bldP spid="58"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C3168E-1100-4E47-7152-194203238FB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6F61FD6-FB13-68CA-25C3-D97A2001F0E6}"/>
              </a:ext>
            </a:extLst>
          </p:cNvPr>
          <p:cNvSpPr>
            <a:spLocks noGrp="1"/>
          </p:cNvSpPr>
          <p:nvPr>
            <p:ph type="title"/>
          </p:nvPr>
        </p:nvSpPr>
        <p:spPr>
          <a:xfrm>
            <a:off x="559838" y="1770928"/>
            <a:ext cx="3464877" cy="1231106"/>
          </a:xfrm>
        </p:spPr>
        <p:txBody>
          <a:bodyPr/>
          <a:lstStyle/>
          <a:p>
            <a:r>
              <a:rPr lang="en-CA" sz="4000" dirty="0"/>
              <a:t>How the live session works</a:t>
            </a:r>
          </a:p>
        </p:txBody>
      </p:sp>
      <p:sp>
        <p:nvSpPr>
          <p:cNvPr id="3" name="TextBox 2">
            <a:extLst>
              <a:ext uri="{FF2B5EF4-FFF2-40B4-BE49-F238E27FC236}">
                <a16:creationId xmlns:a16="http://schemas.microsoft.com/office/drawing/2014/main" id="{ABD5693B-CC72-2259-806E-A6150C1549E8}"/>
              </a:ext>
            </a:extLst>
          </p:cNvPr>
          <p:cNvSpPr txBox="1"/>
          <p:nvPr/>
        </p:nvSpPr>
        <p:spPr>
          <a:xfrm>
            <a:off x="559838" y="3241444"/>
            <a:ext cx="4286482" cy="689420"/>
          </a:xfrm>
          <a:prstGeom prst="rect">
            <a:avLst/>
          </a:prstGeom>
          <a:noFill/>
        </p:spPr>
        <p:txBody>
          <a:bodyPr wrap="square" lIns="0" tIns="36576" rIns="36576" bIns="36576" anchor="t">
            <a:spAutoFit/>
          </a:bodyPr>
          <a:lstStyle/>
          <a:p>
            <a:pPr algn="l"/>
            <a:r>
              <a:rPr sz="2000" b="1" dirty="0">
                <a:ln w="3175">
                  <a:noFill/>
                </a:ln>
                <a:gradFill flip="none" rotWithShape="1">
                  <a:gsLst>
                    <a:gs pos="0">
                      <a:srgbClr val="175B9C"/>
                    </a:gs>
                    <a:gs pos="100000">
                      <a:srgbClr val="87ADA2"/>
                    </a:gs>
                    <a:gs pos="50000">
                      <a:srgbClr val="0078D4"/>
                    </a:gs>
                  </a:gsLst>
                  <a:path path="circle">
                    <a:fillToRect t="100000" r="100000"/>
                  </a:path>
                  <a:tileRect l="-100000" b="-100000"/>
                </a:gradFill>
                <a:latin typeface="Segoe UI Semibold" panose="020B0502040204020203" pitchFamily="34" charset="0"/>
                <a:cs typeface="Segoe UI" pitchFamily="34" charset="0"/>
              </a:rPr>
              <a:t>Follow the instructor, pause at</a:t>
            </a:r>
            <a:r>
              <a:rPr lang="en-CA" sz="2000" b="1" dirty="0">
                <a:ln w="3175">
                  <a:noFill/>
                </a:ln>
                <a:gradFill flip="none" rotWithShape="1">
                  <a:gsLst>
                    <a:gs pos="0">
                      <a:srgbClr val="175B9C"/>
                    </a:gs>
                    <a:gs pos="100000">
                      <a:srgbClr val="87ADA2"/>
                    </a:gs>
                    <a:gs pos="50000">
                      <a:srgbClr val="0078D4"/>
                    </a:gs>
                  </a:gsLst>
                  <a:path path="circle">
                    <a:fillToRect t="100000" r="100000"/>
                  </a:path>
                  <a:tileRect l="-100000" b="-100000"/>
                </a:gradFill>
                <a:latin typeface="Segoe UI Semibold" panose="020B0502040204020203" pitchFamily="34" charset="0"/>
                <a:cs typeface="Segoe UI" pitchFamily="34" charset="0"/>
              </a:rPr>
              <a:t> </a:t>
            </a:r>
            <a:r>
              <a:rPr sz="2000" b="1" dirty="0">
                <a:ln w="3175">
                  <a:noFill/>
                </a:ln>
                <a:gradFill flip="none" rotWithShape="1">
                  <a:gsLst>
                    <a:gs pos="0">
                      <a:srgbClr val="175B9C"/>
                    </a:gs>
                    <a:gs pos="100000">
                      <a:srgbClr val="87ADA2"/>
                    </a:gs>
                    <a:gs pos="50000">
                      <a:srgbClr val="0078D4"/>
                    </a:gs>
                  </a:gsLst>
                  <a:path path="circle">
                    <a:fillToRect t="100000" r="100000"/>
                  </a:path>
                  <a:tileRect l="-100000" b="-100000"/>
                </a:gradFill>
                <a:latin typeface="Segoe UI Semibold" panose="020B0502040204020203" pitchFamily="34" charset="0"/>
                <a:cs typeface="Segoe UI" pitchFamily="34" charset="0"/>
              </a:rPr>
              <a:t>checkpoints, ask proctors early</a:t>
            </a:r>
          </a:p>
        </p:txBody>
      </p:sp>
      <p:cxnSp>
        <p:nvCxnSpPr>
          <p:cNvPr id="6" name="Straight Connector 5">
            <a:extLst>
              <a:ext uri="{FF2B5EF4-FFF2-40B4-BE49-F238E27FC236}">
                <a16:creationId xmlns:a16="http://schemas.microsoft.com/office/drawing/2014/main" id="{AC5A6D78-C70F-2768-DAD3-9E9FDE36058D}"/>
              </a:ext>
              <a:ext uri="{C183D7F6-B498-43B3-948B-1728B52AA6E4}">
                <adec:decorative xmlns:adec="http://schemas.microsoft.com/office/drawing/2017/decorative" val="1"/>
              </a:ext>
            </a:extLst>
          </p:cNvPr>
          <p:cNvCxnSpPr>
            <a:cxnSpLocks/>
          </p:cNvCxnSpPr>
          <p:nvPr/>
        </p:nvCxnSpPr>
        <p:spPr>
          <a:xfrm>
            <a:off x="559838" y="4155932"/>
            <a:ext cx="3672840" cy="0"/>
          </a:xfrm>
          <a:prstGeom prst="line">
            <a:avLst/>
          </a:prstGeom>
          <a:ln w="12700" cap="rnd">
            <a:solidFill>
              <a:schemeClr val="tx1">
                <a:alpha val="40000"/>
              </a:schemeClr>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10B9DCE2-3409-B7EA-E88F-F14A4CF12E56}"/>
              </a:ext>
            </a:extLst>
          </p:cNvPr>
          <p:cNvSpPr txBox="1"/>
          <p:nvPr/>
        </p:nvSpPr>
        <p:spPr>
          <a:xfrm>
            <a:off x="559838" y="4325868"/>
            <a:ext cx="3672840" cy="566309"/>
          </a:xfrm>
          <a:prstGeom prst="rect">
            <a:avLst/>
          </a:prstGeom>
          <a:noFill/>
        </p:spPr>
        <p:txBody>
          <a:bodyPr wrap="square" lIns="0" tIns="36576" rIns="36576" bIns="36576" anchor="t">
            <a:spAutoFit/>
          </a:bodyPr>
          <a:lstStyle/>
          <a:p>
            <a:r>
              <a:rPr lang="en-CA" sz="1600" b="1" dirty="0">
                <a:gradFill>
                  <a:gsLst>
                    <a:gs pos="21101">
                      <a:srgbClr val="000000"/>
                    </a:gs>
                    <a:gs pos="31193">
                      <a:srgbClr val="000000"/>
                    </a:gs>
                  </a:gsLst>
                  <a:path path="circle">
                    <a:fillToRect l="100000" t="100000"/>
                  </a:path>
                </a:gradFill>
                <a:latin typeface="Segoe UI Semibold" panose="020B0502040204020203" pitchFamily="34" charset="0"/>
                <a:cs typeface="Segoe Sans Display Semibold" pitchFamily="2" charset="0"/>
              </a:rPr>
              <a:t>Never paste passwords, access tokens, or .env values into chat or source code</a:t>
            </a:r>
          </a:p>
        </p:txBody>
      </p:sp>
      <p:sp>
        <p:nvSpPr>
          <p:cNvPr id="4" name="Oval 3">
            <a:extLst>
              <a:ext uri="{FF2B5EF4-FFF2-40B4-BE49-F238E27FC236}">
                <a16:creationId xmlns:a16="http://schemas.microsoft.com/office/drawing/2014/main" id="{A146DB3B-B63A-E8CB-0823-36CF22B32941}"/>
              </a:ext>
              <a:ext uri="{C183D7F6-B498-43B3-948B-1728B52AA6E4}">
                <adec:decorative xmlns:adec="http://schemas.microsoft.com/office/drawing/2017/decorative" val="1"/>
              </a:ext>
            </a:extLst>
          </p:cNvPr>
          <p:cNvSpPr/>
          <p:nvPr/>
        </p:nvSpPr>
        <p:spPr bwMode="auto">
          <a:xfrm>
            <a:off x="5483101" y="1400168"/>
            <a:ext cx="741520" cy="741520"/>
          </a:xfrm>
          <a:prstGeom prst="ellipse">
            <a:avLst/>
          </a:prstGeom>
          <a:gradFill>
            <a:gsLst>
              <a:gs pos="0">
                <a:srgbClr val="7FC0E6"/>
              </a:gs>
              <a:gs pos="100000">
                <a:srgbClr val="B9DCD2"/>
              </a:gs>
              <a:gs pos="35000">
                <a:srgbClr val="8DC8E8"/>
              </a:gs>
            </a:gsLst>
            <a:lin ang="3600000" scaled="0"/>
          </a:gradFill>
          <a:ln w="15875" cap="rnd">
            <a:noFill/>
            <a:prstDash val="solid"/>
            <a:round/>
          </a:ln>
          <a:effectLst/>
        </p:spPr>
        <p:txBody>
          <a:bodyPr rot="0" spcFirstLastPara="0" vertOverflow="overflow" horzOverflow="overflow" vert="horz" wrap="square" lIns="914400" tIns="261257" rIns="914400" bIns="391886" numCol="1" spcCol="0" rtlCol="0" fromWordArt="0" anchor="ctr" anchorCtr="0" forceAA="0" compatLnSpc="1">
            <a:prstTxWarp prst="textNoShape">
              <a:avLst/>
            </a:prstTxWarp>
            <a:noAutofit/>
          </a:bodyPr>
          <a:lstStyle/>
          <a:p>
            <a:pPr marL="0" marR="0" lvl="0" indent="0" algn="ctr" defTabSz="3448206" rtl="0" eaLnBrk="1" fontAlgn="auto" latinLnBrk="0" hangingPunct="1">
              <a:lnSpc>
                <a:spcPct val="100000"/>
              </a:lnSpc>
              <a:spcBef>
                <a:spcPts val="1206"/>
              </a:spcBef>
              <a:spcAft>
                <a:spcPts val="0"/>
              </a:spcAft>
              <a:buClrTx/>
              <a:buSzTx/>
              <a:buFontTx/>
              <a:buNone/>
              <a:tabLst>
                <a:tab pos="5666852" algn="l"/>
              </a:tabLst>
              <a:defRPr/>
            </a:pPr>
            <a:endParaRPr kumimoji="0" lang="en-US" sz="5143" b="1" i="0" u="none" strike="noStrike" kern="1200" cap="none" spc="0" normalizeH="0" baseline="0" noProof="0">
              <a:ln w="3175">
                <a:noFill/>
              </a:ln>
              <a:gradFill flip="none" rotWithShape="1">
                <a:gsLst>
                  <a:gs pos="20183">
                    <a:srgbClr val="FFFFFF"/>
                  </a:gs>
                  <a:gs pos="42000">
                    <a:srgbClr val="FFFFFF"/>
                  </a:gs>
                </a:gsLst>
                <a:lin ang="2700000" scaled="0"/>
                <a:tileRect/>
              </a:gradFill>
              <a:effectLst/>
              <a:uLnTx/>
              <a:uFillTx/>
              <a:latin typeface="Segoe UI Semibold" panose="020B0502040204020203" pitchFamily="34" charset="0"/>
              <a:ea typeface="+mn-ea"/>
              <a:cs typeface="Segoe Sans Display Semibold" pitchFamily="2" charset="0"/>
            </a:endParaRPr>
          </a:p>
        </p:txBody>
      </p:sp>
      <p:sp>
        <p:nvSpPr>
          <p:cNvPr id="27" name="Oval 26">
            <a:extLst>
              <a:ext uri="{FF2B5EF4-FFF2-40B4-BE49-F238E27FC236}">
                <a16:creationId xmlns:a16="http://schemas.microsoft.com/office/drawing/2014/main" id="{85363439-1220-BC6E-FF7D-C96C39E4B30E}"/>
              </a:ext>
              <a:ext uri="{C183D7F6-B498-43B3-948B-1728B52AA6E4}">
                <adec:decorative xmlns:adec="http://schemas.microsoft.com/office/drawing/2017/decorative" val="1"/>
              </a:ext>
            </a:extLst>
          </p:cNvPr>
          <p:cNvSpPr/>
          <p:nvPr/>
        </p:nvSpPr>
        <p:spPr bwMode="auto">
          <a:xfrm>
            <a:off x="5483101" y="3066233"/>
            <a:ext cx="741520" cy="741520"/>
          </a:xfrm>
          <a:prstGeom prst="ellipse">
            <a:avLst/>
          </a:prstGeom>
          <a:gradFill>
            <a:gsLst>
              <a:gs pos="0">
                <a:srgbClr val="7FC0E6"/>
              </a:gs>
              <a:gs pos="100000">
                <a:srgbClr val="B9DCD2"/>
              </a:gs>
              <a:gs pos="35000">
                <a:srgbClr val="8DC8E8"/>
              </a:gs>
            </a:gsLst>
            <a:lin ang="3600000" scaled="0"/>
          </a:gradFill>
          <a:ln w="15875" cap="rnd">
            <a:noFill/>
            <a:prstDash val="solid"/>
            <a:round/>
          </a:ln>
          <a:effectLst/>
        </p:spPr>
        <p:txBody>
          <a:bodyPr rot="0" spcFirstLastPara="0" vertOverflow="overflow" horzOverflow="overflow" vert="horz" wrap="square" lIns="914400" tIns="261257" rIns="914400" bIns="391886" numCol="1" spcCol="0" rtlCol="0" fromWordArt="0" anchor="ctr" anchorCtr="0" forceAA="0" compatLnSpc="1">
            <a:prstTxWarp prst="textNoShape">
              <a:avLst/>
            </a:prstTxWarp>
            <a:noAutofit/>
          </a:bodyPr>
          <a:lstStyle/>
          <a:p>
            <a:pPr marL="0" marR="0" lvl="0" indent="0" algn="ctr" defTabSz="3448206" rtl="0" eaLnBrk="1" fontAlgn="auto" latinLnBrk="0" hangingPunct="1">
              <a:lnSpc>
                <a:spcPct val="100000"/>
              </a:lnSpc>
              <a:spcBef>
                <a:spcPts val="1206"/>
              </a:spcBef>
              <a:spcAft>
                <a:spcPts val="0"/>
              </a:spcAft>
              <a:buClrTx/>
              <a:buSzTx/>
              <a:buFontTx/>
              <a:buNone/>
              <a:tabLst>
                <a:tab pos="5666852" algn="l"/>
              </a:tabLst>
              <a:defRPr/>
            </a:pPr>
            <a:endParaRPr kumimoji="0" lang="en-US" sz="5143" b="1" i="0" u="none" strike="noStrike" kern="1200" cap="none" spc="0" normalizeH="0" baseline="0" noProof="0">
              <a:ln w="3175">
                <a:noFill/>
              </a:ln>
              <a:gradFill flip="none" rotWithShape="1">
                <a:gsLst>
                  <a:gs pos="20183">
                    <a:srgbClr val="FFFFFF"/>
                  </a:gs>
                  <a:gs pos="42000">
                    <a:srgbClr val="FFFFFF"/>
                  </a:gs>
                </a:gsLst>
                <a:lin ang="2700000" scaled="0"/>
                <a:tileRect/>
              </a:gradFill>
              <a:effectLst/>
              <a:uLnTx/>
              <a:uFillTx/>
              <a:latin typeface="Segoe UI Semibold" panose="020B0502040204020203" pitchFamily="34" charset="0"/>
              <a:ea typeface="+mn-ea"/>
              <a:cs typeface="Segoe Sans Display Semibold" pitchFamily="2" charset="0"/>
            </a:endParaRPr>
          </a:p>
        </p:txBody>
      </p:sp>
      <p:sp>
        <p:nvSpPr>
          <p:cNvPr id="29" name="Oval 28">
            <a:extLst>
              <a:ext uri="{FF2B5EF4-FFF2-40B4-BE49-F238E27FC236}">
                <a16:creationId xmlns:a16="http://schemas.microsoft.com/office/drawing/2014/main" id="{5CFC915F-591A-0560-FE00-F63F5A279179}"/>
              </a:ext>
              <a:ext uri="{C183D7F6-B498-43B3-948B-1728B52AA6E4}">
                <adec:decorative xmlns:adec="http://schemas.microsoft.com/office/drawing/2017/decorative" val="1"/>
              </a:ext>
            </a:extLst>
          </p:cNvPr>
          <p:cNvSpPr/>
          <p:nvPr/>
        </p:nvSpPr>
        <p:spPr bwMode="auto">
          <a:xfrm>
            <a:off x="5483101" y="4716313"/>
            <a:ext cx="741520" cy="741520"/>
          </a:xfrm>
          <a:prstGeom prst="ellipse">
            <a:avLst/>
          </a:prstGeom>
          <a:gradFill>
            <a:gsLst>
              <a:gs pos="0">
                <a:srgbClr val="7FC0E6"/>
              </a:gs>
              <a:gs pos="100000">
                <a:srgbClr val="B9DCD2"/>
              </a:gs>
              <a:gs pos="35000">
                <a:srgbClr val="8DC8E8"/>
              </a:gs>
            </a:gsLst>
            <a:lin ang="3600000" scaled="0"/>
          </a:gradFill>
          <a:ln w="15875" cap="rnd">
            <a:noFill/>
            <a:prstDash val="solid"/>
            <a:round/>
          </a:ln>
          <a:effectLst/>
        </p:spPr>
        <p:txBody>
          <a:bodyPr rot="0" spcFirstLastPara="0" vertOverflow="overflow" horzOverflow="overflow" vert="horz" wrap="square" lIns="914400" tIns="261257" rIns="914400" bIns="391886" numCol="1" spcCol="0" rtlCol="0" fromWordArt="0" anchor="ctr" anchorCtr="0" forceAA="0" compatLnSpc="1">
            <a:prstTxWarp prst="textNoShape">
              <a:avLst/>
            </a:prstTxWarp>
            <a:noAutofit/>
          </a:bodyPr>
          <a:lstStyle/>
          <a:p>
            <a:pPr marL="0" marR="0" lvl="0" indent="0" algn="ctr" defTabSz="3448206" rtl="0" eaLnBrk="1" fontAlgn="auto" latinLnBrk="0" hangingPunct="1">
              <a:lnSpc>
                <a:spcPct val="100000"/>
              </a:lnSpc>
              <a:spcBef>
                <a:spcPts val="1206"/>
              </a:spcBef>
              <a:spcAft>
                <a:spcPts val="0"/>
              </a:spcAft>
              <a:buClrTx/>
              <a:buSzTx/>
              <a:buFontTx/>
              <a:buNone/>
              <a:tabLst>
                <a:tab pos="5666852" algn="l"/>
              </a:tabLst>
              <a:defRPr/>
            </a:pPr>
            <a:endParaRPr kumimoji="0" lang="en-US" sz="5143" b="1" i="0" u="none" strike="noStrike" kern="1200" cap="none" spc="0" normalizeH="0" baseline="0" noProof="0">
              <a:ln w="3175">
                <a:noFill/>
              </a:ln>
              <a:gradFill flip="none" rotWithShape="1">
                <a:gsLst>
                  <a:gs pos="20183">
                    <a:srgbClr val="FFFFFF"/>
                  </a:gs>
                  <a:gs pos="42000">
                    <a:srgbClr val="FFFFFF"/>
                  </a:gs>
                </a:gsLst>
                <a:lin ang="2700000" scaled="0"/>
                <a:tileRect/>
              </a:gradFill>
              <a:effectLst/>
              <a:uLnTx/>
              <a:uFillTx/>
              <a:latin typeface="Segoe UI Semibold" panose="020B0502040204020203" pitchFamily="34" charset="0"/>
              <a:ea typeface="+mn-ea"/>
              <a:cs typeface="Segoe Sans Display Semibold" pitchFamily="2" charset="0"/>
            </a:endParaRPr>
          </a:p>
        </p:txBody>
      </p:sp>
      <p:sp>
        <p:nvSpPr>
          <p:cNvPr id="31" name="TextBox 30">
            <a:extLst>
              <a:ext uri="{FF2B5EF4-FFF2-40B4-BE49-F238E27FC236}">
                <a16:creationId xmlns:a16="http://schemas.microsoft.com/office/drawing/2014/main" id="{43C2B963-B94B-DAF5-105B-6361B1EE8C14}"/>
              </a:ext>
            </a:extLst>
          </p:cNvPr>
          <p:cNvSpPr txBox="1"/>
          <p:nvPr/>
        </p:nvSpPr>
        <p:spPr>
          <a:xfrm>
            <a:off x="6557244" y="1325394"/>
            <a:ext cx="4884446" cy="925894"/>
          </a:xfrm>
          <a:prstGeom prst="rect">
            <a:avLst/>
          </a:prstGeom>
          <a:noFill/>
          <a:ln w="19050" cap="rnd">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spAutoFit/>
          </a:bodyPr>
          <a:lstStyle>
            <a:defPPr>
              <a:defRPr lang="en-US"/>
            </a:defPPr>
            <a:lvl1pPr lvl="0" defTabSz="932449">
              <a:spcBef>
                <a:spcPts val="200"/>
              </a:spcBef>
              <a:defRPr sz="2400">
                <a:gradFill>
                  <a:gsLst>
                    <a:gs pos="6993">
                      <a:schemeClr val="tx1"/>
                    </a:gs>
                    <a:gs pos="20280">
                      <a:schemeClr val="tx1"/>
                    </a:gs>
                  </a:gsLst>
                  <a:lin ang="0" scaled="0"/>
                </a:gradFill>
                <a:latin typeface="+mj-lt"/>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lvl="0"/>
            <a:r>
              <a:rPr lang="en-CA" b="1" dirty="0">
                <a:ln w="3175">
                  <a:noFill/>
                </a:ln>
                <a:solidFill>
                  <a:srgbClr val="000000"/>
                </a:solidFill>
                <a:latin typeface="Segoe UI Semibold" panose="020B0502040204020203" pitchFamily="34" charset="0"/>
                <a:cs typeface="Segoe UI" pitchFamily="34" charset="0"/>
              </a:rPr>
              <a:t>Follow</a:t>
            </a:r>
          </a:p>
          <a:p>
            <a:pPr lvl="0" defTabSz="457200">
              <a:spcBef>
                <a:spcPts val="500"/>
              </a:spcBef>
            </a:pPr>
            <a:r>
              <a:rPr lang="en-CA" sz="1600" b="1" dirty="0">
                <a:gradFill>
                  <a:gsLst>
                    <a:gs pos="21101">
                      <a:srgbClr val="000000"/>
                    </a:gs>
                    <a:gs pos="31193">
                      <a:srgbClr val="000000"/>
                    </a:gs>
                  </a:gsLst>
                  <a:path path="circle">
                    <a:fillToRect l="100000" t="100000"/>
                  </a:path>
                </a:gradFill>
                <a:latin typeface="Segoe UI Semibold" panose="020B0502040204020203" pitchFamily="34" charset="0"/>
                <a:cs typeface="Segoe Sans Display Semibold" pitchFamily="2" charset="0"/>
              </a:rPr>
              <a:t>Keep the </a:t>
            </a:r>
            <a:r>
              <a:rPr lang="en-CA" sz="1600" b="1" dirty="0" err="1">
                <a:gradFill>
                  <a:gsLst>
                    <a:gs pos="21101">
                      <a:srgbClr val="000000"/>
                    </a:gs>
                    <a:gs pos="31193">
                      <a:srgbClr val="000000"/>
                    </a:gs>
                  </a:gsLst>
                  <a:path path="circle">
                    <a:fillToRect l="100000" t="100000"/>
                  </a:path>
                </a:gradFill>
                <a:latin typeface="Segoe UI Semibold" panose="020B0502040204020203" pitchFamily="34" charset="0"/>
                <a:cs typeface="Segoe Sans Display Semibold" pitchFamily="2" charset="0"/>
              </a:rPr>
              <a:t>Skillable</a:t>
            </a:r>
            <a:r>
              <a:rPr lang="en-CA" sz="1600" b="1" dirty="0">
                <a:gradFill>
                  <a:gsLst>
                    <a:gs pos="21101">
                      <a:srgbClr val="000000"/>
                    </a:gs>
                    <a:gs pos="31193">
                      <a:srgbClr val="000000"/>
                    </a:gs>
                  </a:gsLst>
                  <a:path path="circle">
                    <a:fillToRect l="100000" t="100000"/>
                  </a:path>
                </a:gradFill>
                <a:latin typeface="Segoe UI Semibold" panose="020B0502040204020203" pitchFamily="34" charset="0"/>
                <a:cs typeface="Segoe Sans Display Semibold" pitchFamily="2" charset="0"/>
              </a:rPr>
              <a:t> instructions and VS Code visible. Enter commands exactly where shown</a:t>
            </a:r>
          </a:p>
        </p:txBody>
      </p:sp>
      <p:sp>
        <p:nvSpPr>
          <p:cNvPr id="32" name="TextBox 31">
            <a:extLst>
              <a:ext uri="{FF2B5EF4-FFF2-40B4-BE49-F238E27FC236}">
                <a16:creationId xmlns:a16="http://schemas.microsoft.com/office/drawing/2014/main" id="{FBE1B3AF-BFFE-CA8A-92BD-3C886E1AF53E}"/>
              </a:ext>
            </a:extLst>
          </p:cNvPr>
          <p:cNvSpPr txBox="1"/>
          <p:nvPr/>
        </p:nvSpPr>
        <p:spPr>
          <a:xfrm>
            <a:off x="6557243" y="2850934"/>
            <a:ext cx="4232677" cy="1172116"/>
          </a:xfrm>
          <a:prstGeom prst="rect">
            <a:avLst/>
          </a:prstGeom>
          <a:noFill/>
          <a:ln w="19050" cap="rnd">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spAutoFit/>
          </a:bodyPr>
          <a:lstStyle>
            <a:defPPr>
              <a:defRPr lang="en-US"/>
            </a:defPPr>
            <a:lvl1pPr lvl="0" defTabSz="932449">
              <a:spcBef>
                <a:spcPts val="200"/>
              </a:spcBef>
              <a:defRPr sz="2400">
                <a:gradFill>
                  <a:gsLst>
                    <a:gs pos="6993">
                      <a:schemeClr val="tx1"/>
                    </a:gs>
                    <a:gs pos="20280">
                      <a:schemeClr val="tx1"/>
                    </a:gs>
                  </a:gsLst>
                  <a:lin ang="0" scaled="0"/>
                </a:gradFill>
                <a:latin typeface="+mj-lt"/>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lvl="0"/>
            <a:r>
              <a:rPr lang="en-CA" b="1" dirty="0">
                <a:ln w="3175">
                  <a:noFill/>
                </a:ln>
                <a:solidFill>
                  <a:srgbClr val="000000"/>
                </a:solidFill>
                <a:latin typeface="Segoe UI Semibold" panose="020B0502040204020203" pitchFamily="34" charset="0"/>
                <a:cs typeface="Segoe UI" pitchFamily="34" charset="0"/>
              </a:rPr>
              <a:t>Check</a:t>
            </a:r>
          </a:p>
          <a:p>
            <a:pPr lvl="0" defTabSz="457200">
              <a:spcBef>
                <a:spcPts val="500"/>
              </a:spcBef>
            </a:pPr>
            <a:r>
              <a:rPr lang="en-CA" sz="1600" b="1" dirty="0">
                <a:gradFill>
                  <a:gsLst>
                    <a:gs pos="21101">
                      <a:srgbClr val="000000"/>
                    </a:gs>
                    <a:gs pos="31193">
                      <a:srgbClr val="000000"/>
                    </a:gs>
                  </a:gsLst>
                  <a:path path="circle">
                    <a:fillToRect l="100000" t="100000"/>
                  </a:path>
                </a:gradFill>
                <a:latin typeface="Segoe UI Semibold" panose="020B0502040204020203" pitchFamily="34" charset="0"/>
                <a:cs typeface="Segoe Sans Display Semibold" pitchFamily="2" charset="0"/>
              </a:rPr>
              <a:t>Stop at each checkpoint: validator PASS, inference output, valid JSON, local agent response, hosted status active</a:t>
            </a:r>
          </a:p>
        </p:txBody>
      </p:sp>
      <p:sp>
        <p:nvSpPr>
          <p:cNvPr id="33" name="TextBox 32">
            <a:extLst>
              <a:ext uri="{FF2B5EF4-FFF2-40B4-BE49-F238E27FC236}">
                <a16:creationId xmlns:a16="http://schemas.microsoft.com/office/drawing/2014/main" id="{85A50BA4-F578-EEE9-8F24-3F5573D0FC5D}"/>
              </a:ext>
            </a:extLst>
          </p:cNvPr>
          <p:cNvSpPr txBox="1"/>
          <p:nvPr/>
        </p:nvSpPr>
        <p:spPr>
          <a:xfrm>
            <a:off x="6557243" y="4501015"/>
            <a:ext cx="4131077" cy="1172116"/>
          </a:xfrm>
          <a:prstGeom prst="rect">
            <a:avLst/>
          </a:prstGeom>
          <a:noFill/>
          <a:ln w="19050" cap="rnd">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spAutoFit/>
          </a:bodyPr>
          <a:lstStyle>
            <a:defPPr>
              <a:defRPr lang="en-US"/>
            </a:defPPr>
            <a:lvl1pPr lvl="0" defTabSz="932449">
              <a:spcBef>
                <a:spcPts val="200"/>
              </a:spcBef>
              <a:defRPr sz="2400">
                <a:gradFill>
                  <a:gsLst>
                    <a:gs pos="6993">
                      <a:schemeClr val="tx1"/>
                    </a:gs>
                    <a:gs pos="20280">
                      <a:schemeClr val="tx1"/>
                    </a:gs>
                  </a:gsLst>
                  <a:lin ang="0" scaled="0"/>
                </a:gradFill>
                <a:latin typeface="+mj-lt"/>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lvl="0"/>
            <a:r>
              <a:rPr lang="en-CA" b="1" dirty="0">
                <a:ln w="3175">
                  <a:noFill/>
                </a:ln>
                <a:solidFill>
                  <a:srgbClr val="000000"/>
                </a:solidFill>
                <a:latin typeface="Segoe UI Semibold" panose="020B0502040204020203" pitchFamily="34" charset="0"/>
                <a:cs typeface="Segoe UI" pitchFamily="34" charset="0"/>
              </a:rPr>
              <a:t>Ask</a:t>
            </a:r>
          </a:p>
          <a:p>
            <a:pPr lvl="0" defTabSz="457200">
              <a:spcBef>
                <a:spcPts val="500"/>
              </a:spcBef>
            </a:pPr>
            <a:r>
              <a:rPr lang="en-CA" sz="1600" b="1" dirty="0">
                <a:gradFill>
                  <a:gsLst>
                    <a:gs pos="21101">
                      <a:srgbClr val="000000"/>
                    </a:gs>
                    <a:gs pos="31193">
                      <a:srgbClr val="000000"/>
                    </a:gs>
                  </a:gsLst>
                  <a:path path="circle">
                    <a:fillToRect l="100000" t="100000"/>
                  </a:path>
                </a:gradFill>
                <a:latin typeface="Segoe UI Semibold" panose="020B0502040204020203" pitchFamily="34" charset="0"/>
                <a:cs typeface="Segoe Sans Display Semibold" pitchFamily="2" charset="0"/>
              </a:rPr>
              <a:t>Raise your hand as soon as an error differs from the instructor’s screen. Share the error text, not credentials</a:t>
            </a:r>
          </a:p>
        </p:txBody>
      </p:sp>
      <p:pic>
        <p:nvPicPr>
          <p:cNvPr id="11" name="Graphic 10">
            <a:extLst>
              <a:ext uri="{FF2B5EF4-FFF2-40B4-BE49-F238E27FC236}">
                <a16:creationId xmlns:a16="http://schemas.microsoft.com/office/drawing/2014/main" id="{75340C87-771F-4F06-8AF2-C073CF9B7D95}"/>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58965" y="1576032"/>
            <a:ext cx="389792" cy="389792"/>
          </a:xfrm>
          <a:prstGeom prst="rect">
            <a:avLst/>
          </a:prstGeom>
        </p:spPr>
      </p:pic>
      <p:pic>
        <p:nvPicPr>
          <p:cNvPr id="13" name="Graphic 12">
            <a:extLst>
              <a:ext uri="{FF2B5EF4-FFF2-40B4-BE49-F238E27FC236}">
                <a16:creationId xmlns:a16="http://schemas.microsoft.com/office/drawing/2014/main" id="{3E45D60F-E838-A50C-4DF9-5D2FA8C062F4}"/>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658965" y="3242097"/>
            <a:ext cx="389792" cy="389792"/>
          </a:xfrm>
          <a:prstGeom prst="rect">
            <a:avLst/>
          </a:prstGeom>
        </p:spPr>
      </p:pic>
      <p:pic>
        <p:nvPicPr>
          <p:cNvPr id="15" name="Graphic 14">
            <a:extLst>
              <a:ext uri="{FF2B5EF4-FFF2-40B4-BE49-F238E27FC236}">
                <a16:creationId xmlns:a16="http://schemas.microsoft.com/office/drawing/2014/main" id="{45D95F62-3F1D-D994-FBF9-5DD31BF0FC4A}"/>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658965" y="4892177"/>
            <a:ext cx="389792" cy="389792"/>
          </a:xfrm>
          <a:prstGeom prst="rect">
            <a:avLst/>
          </a:prstGeom>
        </p:spPr>
      </p:pic>
    </p:spTree>
    <p:extLst>
      <p:ext uri="{BB962C8B-B14F-4D97-AF65-F5344CB8AC3E}">
        <p14:creationId xmlns:p14="http://schemas.microsoft.com/office/powerpoint/2010/main" val="3033634995"/>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100"/>
                                  </p:stCondLst>
                                  <p:childTnLst>
                                    <p:set>
                                      <p:cBhvr>
                                        <p:cTn id="9" dur="1" fill="hold">
                                          <p:stCondLst>
                                            <p:cond delay="0"/>
                                          </p:stCondLst>
                                        </p:cTn>
                                        <p:tgtEl>
                                          <p:spTgt spid="31"/>
                                        </p:tgtEl>
                                        <p:attrNameLst>
                                          <p:attrName>style.visibility</p:attrName>
                                        </p:attrNameLst>
                                      </p:cBhvr>
                                      <p:to>
                                        <p:strVal val="visible"/>
                                      </p:to>
                                    </p:set>
                                    <p:animEffect transition="in" filter="fade">
                                      <p:cBhvr>
                                        <p:cTn id="10" dur="500"/>
                                        <p:tgtEl>
                                          <p:spTgt spid="31"/>
                                        </p:tgtEl>
                                      </p:cBhvr>
                                    </p:animEffect>
                                  </p:childTnLst>
                                </p:cTn>
                              </p:par>
                              <p:par>
                                <p:cTn id="11" presetID="10" presetClass="entr" presetSubtype="0" fill="hold" grpId="0" nodeType="withEffect">
                                  <p:stCondLst>
                                    <p:cond delay="200"/>
                                  </p:stCondLst>
                                  <p:childTnLst>
                                    <p:set>
                                      <p:cBhvr>
                                        <p:cTn id="12" dur="1" fill="hold">
                                          <p:stCondLst>
                                            <p:cond delay="0"/>
                                          </p:stCondLst>
                                        </p:cTn>
                                        <p:tgtEl>
                                          <p:spTgt spid="32"/>
                                        </p:tgtEl>
                                        <p:attrNameLst>
                                          <p:attrName>style.visibility</p:attrName>
                                        </p:attrNameLst>
                                      </p:cBhvr>
                                      <p:to>
                                        <p:strVal val="visible"/>
                                      </p:to>
                                    </p:set>
                                    <p:animEffect transition="in" filter="fade">
                                      <p:cBhvr>
                                        <p:cTn id="13" dur="500"/>
                                        <p:tgtEl>
                                          <p:spTgt spid="32"/>
                                        </p:tgtEl>
                                      </p:cBhvr>
                                    </p:animEffect>
                                  </p:childTnLst>
                                </p:cTn>
                              </p:par>
                              <p:par>
                                <p:cTn id="14" presetID="10" presetClass="entr" presetSubtype="0" fill="hold" grpId="0" nodeType="withEffect">
                                  <p:stCondLst>
                                    <p:cond delay="300"/>
                                  </p:stCondLst>
                                  <p:childTnLst>
                                    <p:set>
                                      <p:cBhvr>
                                        <p:cTn id="15" dur="1" fill="hold">
                                          <p:stCondLst>
                                            <p:cond delay="0"/>
                                          </p:stCondLst>
                                        </p:cTn>
                                        <p:tgtEl>
                                          <p:spTgt spid="29"/>
                                        </p:tgtEl>
                                        <p:attrNameLst>
                                          <p:attrName>style.visibility</p:attrName>
                                        </p:attrNameLst>
                                      </p:cBhvr>
                                      <p:to>
                                        <p:strVal val="visible"/>
                                      </p:to>
                                    </p:set>
                                    <p:animEffect transition="in" filter="fade">
                                      <p:cBhvr>
                                        <p:cTn id="16" dur="500"/>
                                        <p:tgtEl>
                                          <p:spTgt spid="29"/>
                                        </p:tgtEl>
                                      </p:cBhvr>
                                    </p:animEffect>
                                  </p:childTnLst>
                                </p:cTn>
                              </p:par>
                              <p:par>
                                <p:cTn id="17" presetID="10" presetClass="entr" presetSubtype="0" fill="hold" grpId="0" nodeType="withEffect">
                                  <p:stCondLst>
                                    <p:cond delay="300"/>
                                  </p:stCondLst>
                                  <p:childTnLst>
                                    <p:set>
                                      <p:cBhvr>
                                        <p:cTn id="18" dur="1" fill="hold">
                                          <p:stCondLst>
                                            <p:cond delay="0"/>
                                          </p:stCondLst>
                                        </p:cTn>
                                        <p:tgtEl>
                                          <p:spTgt spid="33"/>
                                        </p:tgtEl>
                                        <p:attrNameLst>
                                          <p:attrName>style.visibility</p:attrName>
                                        </p:attrNameLst>
                                      </p:cBhvr>
                                      <p:to>
                                        <p:strVal val="visible"/>
                                      </p:to>
                                    </p:set>
                                    <p:animEffect transition="in" filter="fade">
                                      <p:cBhvr>
                                        <p:cTn id="19" dur="500"/>
                                        <p:tgtEl>
                                          <p:spTgt spid="33"/>
                                        </p:tgtEl>
                                      </p:cBhvr>
                                    </p:animEffect>
                                  </p:childTnLst>
                                </p:cTn>
                              </p:par>
                              <p:par>
                                <p:cTn id="20" presetID="10" presetClass="entr" presetSubtype="0" fill="hold" grpId="0" nodeType="withEffect">
                                  <p:stCondLst>
                                    <p:cond delay="20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500"/>
                                        <p:tgtEl>
                                          <p:spTgt spid="27"/>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2"/>
                                        </p:tgtEl>
                                        <p:attrNameLst>
                                          <p:attrName>style.visibility</p:attrName>
                                        </p:attrNameLst>
                                      </p:cBhvr>
                                      <p:to>
                                        <p:strVal val="visible"/>
                                      </p:to>
                                    </p:set>
                                    <p:animEffect transition="in" filter="fade">
                                      <p:cBhvr>
                                        <p:cTn id="25" dur="500"/>
                                        <p:tgtEl>
                                          <p:spTgt spid="2"/>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3"/>
                                        </p:tgtEl>
                                        <p:attrNameLst>
                                          <p:attrName>style.visibility</p:attrName>
                                        </p:attrNameLst>
                                      </p:cBhvr>
                                      <p:to>
                                        <p:strVal val="visible"/>
                                      </p:to>
                                    </p:set>
                                    <p:animEffect transition="in" filter="fade">
                                      <p:cBhvr>
                                        <p:cTn id="28" dur="500"/>
                                        <p:tgtEl>
                                          <p:spTgt spid="3"/>
                                        </p:tgtEl>
                                      </p:cBhvr>
                                    </p:animEffect>
                                  </p:childTnLst>
                                </p:cTn>
                              </p:par>
                              <p:par>
                                <p:cTn id="29" presetID="10" presetClass="entr" presetSubtype="0" fill="hold" nodeType="withEffect">
                                  <p:stCondLst>
                                    <p:cond delay="0"/>
                                  </p:stCondLst>
                                  <p:childTnLst>
                                    <p:set>
                                      <p:cBhvr>
                                        <p:cTn id="30" dur="1" fill="hold">
                                          <p:stCondLst>
                                            <p:cond delay="0"/>
                                          </p:stCondLst>
                                        </p:cTn>
                                        <p:tgtEl>
                                          <p:spTgt spid="6"/>
                                        </p:tgtEl>
                                        <p:attrNameLst>
                                          <p:attrName>style.visibility</p:attrName>
                                        </p:attrNameLst>
                                      </p:cBhvr>
                                      <p:to>
                                        <p:strVal val="visible"/>
                                      </p:to>
                                    </p:set>
                                    <p:animEffect transition="in" filter="fade">
                                      <p:cBhvr>
                                        <p:cTn id="31" dur="500"/>
                                        <p:tgtEl>
                                          <p:spTgt spid="6"/>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5"/>
                                        </p:tgtEl>
                                        <p:attrNameLst>
                                          <p:attrName>style.visibility</p:attrName>
                                        </p:attrNameLst>
                                      </p:cBhvr>
                                      <p:to>
                                        <p:strVal val="visible"/>
                                      </p:to>
                                    </p:set>
                                    <p:animEffect transition="in" filter="fade">
                                      <p:cBhvr>
                                        <p:cTn id="34" dur="500"/>
                                        <p:tgtEl>
                                          <p:spTgt spid="5"/>
                                        </p:tgtEl>
                                      </p:cBhvr>
                                    </p:animEffect>
                                  </p:childTnLst>
                                </p:cTn>
                              </p:par>
                              <p:par>
                                <p:cTn id="35" presetID="10" presetClass="entr" presetSubtype="0" fill="hold" nodeType="withEffect">
                                  <p:stCondLst>
                                    <p:cond delay="100"/>
                                  </p:stCondLst>
                                  <p:childTnLst>
                                    <p:set>
                                      <p:cBhvr>
                                        <p:cTn id="36" dur="1" fill="hold">
                                          <p:stCondLst>
                                            <p:cond delay="0"/>
                                          </p:stCondLst>
                                        </p:cTn>
                                        <p:tgtEl>
                                          <p:spTgt spid="11"/>
                                        </p:tgtEl>
                                        <p:attrNameLst>
                                          <p:attrName>style.visibility</p:attrName>
                                        </p:attrNameLst>
                                      </p:cBhvr>
                                      <p:to>
                                        <p:strVal val="visible"/>
                                      </p:to>
                                    </p:set>
                                    <p:animEffect transition="in" filter="fade">
                                      <p:cBhvr>
                                        <p:cTn id="37" dur="500"/>
                                        <p:tgtEl>
                                          <p:spTgt spid="11"/>
                                        </p:tgtEl>
                                      </p:cBhvr>
                                    </p:animEffect>
                                  </p:childTnLst>
                                </p:cTn>
                              </p:par>
                              <p:par>
                                <p:cTn id="38" presetID="10" presetClass="entr" presetSubtype="0" fill="hold" nodeType="withEffect">
                                  <p:stCondLst>
                                    <p:cond delay="20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500"/>
                                        <p:tgtEl>
                                          <p:spTgt spid="13"/>
                                        </p:tgtEl>
                                      </p:cBhvr>
                                    </p:animEffect>
                                  </p:childTnLst>
                                </p:cTn>
                              </p:par>
                              <p:par>
                                <p:cTn id="41" presetID="10" presetClass="entr" presetSubtype="0" fill="hold" nodeType="withEffect">
                                  <p:stCondLst>
                                    <p:cond delay="300"/>
                                  </p:stCondLst>
                                  <p:childTnLst>
                                    <p:set>
                                      <p:cBhvr>
                                        <p:cTn id="42" dur="1" fill="hold">
                                          <p:stCondLst>
                                            <p:cond delay="0"/>
                                          </p:stCondLst>
                                        </p:cTn>
                                        <p:tgtEl>
                                          <p:spTgt spid="15"/>
                                        </p:tgtEl>
                                        <p:attrNameLst>
                                          <p:attrName>style.visibility</p:attrName>
                                        </p:attrNameLst>
                                      </p:cBhvr>
                                      <p:to>
                                        <p:strVal val="visible"/>
                                      </p:to>
                                    </p:set>
                                    <p:animEffect transition="in" filter="fade">
                                      <p:cBhvr>
                                        <p:cTn id="43"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5" grpId="0"/>
      <p:bldP spid="4" grpId="0" animBg="1"/>
      <p:bldP spid="27" grpId="0" animBg="1"/>
      <p:bldP spid="29" grpId="0" animBg="1"/>
      <p:bldP spid="31" grpId="0"/>
      <p:bldP spid="32" grpId="0"/>
      <p:bldP spid="33"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79DAA1-8FA2-E707-6453-25651011B974}"/>
              </a:ext>
            </a:extLst>
          </p:cNvPr>
          <p:cNvSpPr>
            <a:spLocks noGrp="1"/>
          </p:cNvSpPr>
          <p:nvPr>
            <p:ph type="title"/>
          </p:nvPr>
        </p:nvSpPr>
        <p:spPr>
          <a:xfrm>
            <a:off x="588169" y="452005"/>
            <a:ext cx="11017250" cy="554038"/>
          </a:xfrm>
        </p:spPr>
        <p:txBody>
          <a:bodyPr/>
          <a:lstStyle/>
          <a:p>
            <a:pPr algn="ctr"/>
            <a:r>
              <a:rPr lang="en-CA" dirty="0"/>
              <a:t>Responsible routing by design</a:t>
            </a:r>
            <a:endParaRPr lang="en-US" dirty="0"/>
          </a:p>
        </p:txBody>
      </p:sp>
      <p:sp>
        <p:nvSpPr>
          <p:cNvPr id="4" name="TextBox 3">
            <a:extLst>
              <a:ext uri="{FF2B5EF4-FFF2-40B4-BE49-F238E27FC236}">
                <a16:creationId xmlns:a16="http://schemas.microsoft.com/office/drawing/2014/main" id="{F849552B-85C6-8256-2BF7-C0987EBE2617}"/>
              </a:ext>
            </a:extLst>
          </p:cNvPr>
          <p:cNvSpPr txBox="1"/>
          <p:nvPr/>
        </p:nvSpPr>
        <p:spPr>
          <a:xfrm>
            <a:off x="656114" y="1047929"/>
            <a:ext cx="10881360" cy="381643"/>
          </a:xfrm>
          <a:prstGeom prst="rect">
            <a:avLst/>
          </a:prstGeom>
          <a:noFill/>
        </p:spPr>
        <p:txBody>
          <a:bodyPr wrap="square" lIns="36576" tIns="36576" rIns="36576" bIns="36576" anchor="t">
            <a:spAutoFit/>
          </a:bodyPr>
          <a:lstStyle/>
          <a:p>
            <a:pPr algn="ctr"/>
            <a:r>
              <a:rPr lang="en-CA" sz="2000" kern="0" dirty="0">
                <a:gradFill>
                  <a:gsLst>
                    <a:gs pos="32110">
                      <a:schemeClr val="tx1"/>
                    </a:gs>
                    <a:gs pos="72000">
                      <a:schemeClr val="tx1"/>
                    </a:gs>
                  </a:gsLst>
                  <a:lin ang="2700000" scaled="1"/>
                </a:gradFill>
                <a:latin typeface="Segoe UI Semibold" panose="020B0502040204020203" pitchFamily="34" charset="0"/>
              </a:rPr>
              <a:t>Regulated signals always go to a human reviewer</a:t>
            </a:r>
          </a:p>
        </p:txBody>
      </p:sp>
      <p:sp>
        <p:nvSpPr>
          <p:cNvPr id="6" name="Rounded Rectangle 5">
            <a:extLst>
              <a:ext uri="{FF2B5EF4-FFF2-40B4-BE49-F238E27FC236}">
                <a16:creationId xmlns:a16="http://schemas.microsoft.com/office/drawing/2014/main" id="{DE5DAF62-E273-35DF-2585-1F95048562B1}"/>
              </a:ext>
              <a:ext uri="{C183D7F6-B498-43B3-948B-1728B52AA6E4}">
                <adec:decorative xmlns:adec="http://schemas.microsoft.com/office/drawing/2017/decorative" val="1"/>
              </a:ext>
            </a:extLst>
          </p:cNvPr>
          <p:cNvSpPr/>
          <p:nvPr/>
        </p:nvSpPr>
        <p:spPr bwMode="auto">
          <a:xfrm>
            <a:off x="656114" y="1803748"/>
            <a:ext cx="3558285" cy="3469052"/>
          </a:xfrm>
          <a:prstGeom prst="roundRect">
            <a:avLst>
              <a:gd name="adj" fmla="val 9306"/>
            </a:avLst>
          </a:prstGeom>
          <a:solidFill>
            <a:srgbClr val="194449">
              <a:alpha val="10000"/>
            </a:srgbClr>
          </a:solidFill>
        </p:spPr>
        <p:txBody>
          <a:bodyPr wrap="square" lIns="0" tIns="0" rIns="0" bIns="45720" rtlCol="0" anchor="ctr" anchorCtr="0">
            <a:noAutofit/>
          </a:bodyPr>
          <a:lstStyle/>
          <a:p>
            <a:pPr algn="ctr" defTabSz="2275850" fontAlgn="base">
              <a:spcBef>
                <a:spcPts val="200"/>
              </a:spcBef>
              <a:spcAft>
                <a:spcPct val="0"/>
              </a:spcAft>
              <a:tabLst>
                <a:tab pos="3701239" algn="l"/>
              </a:tabLst>
            </a:pPr>
            <a:endParaRPr lang="en-US" sz="1765" b="1">
              <a:ln w="3175">
                <a:noFill/>
              </a:ln>
              <a:gradFill>
                <a:gsLst>
                  <a:gs pos="22936">
                    <a:schemeClr val="tx1"/>
                  </a:gs>
                  <a:gs pos="38000">
                    <a:schemeClr val="tx1"/>
                  </a:gs>
                </a:gsLst>
                <a:path path="circle">
                  <a:fillToRect l="100000" t="100000"/>
                </a:path>
              </a:gradFill>
              <a:latin typeface="Segoe UI Semibold" panose="020B0502040204020203" pitchFamily="34" charset="0"/>
              <a:cs typeface="Segoe UI" pitchFamily="34" charset="0"/>
            </a:endParaRPr>
          </a:p>
        </p:txBody>
      </p:sp>
      <p:sp>
        <p:nvSpPr>
          <p:cNvPr id="38" name="Oval 37">
            <a:extLst>
              <a:ext uri="{FF2B5EF4-FFF2-40B4-BE49-F238E27FC236}">
                <a16:creationId xmlns:a16="http://schemas.microsoft.com/office/drawing/2014/main" id="{864B0C9E-F7BF-C642-9703-1636B1B70C62}"/>
              </a:ext>
              <a:ext uri="{C183D7F6-B498-43B3-948B-1728B52AA6E4}">
                <adec:decorative xmlns:adec="http://schemas.microsoft.com/office/drawing/2017/decorative" val="1"/>
              </a:ext>
            </a:extLst>
          </p:cNvPr>
          <p:cNvSpPr/>
          <p:nvPr/>
        </p:nvSpPr>
        <p:spPr bwMode="auto">
          <a:xfrm>
            <a:off x="1986174" y="2161928"/>
            <a:ext cx="754336" cy="754336"/>
          </a:xfrm>
          <a:prstGeom prst="ellipse">
            <a:avLst/>
          </a:prstGeom>
          <a:gradFill>
            <a:gsLst>
              <a:gs pos="0">
                <a:srgbClr val="7FC0E6"/>
              </a:gs>
              <a:gs pos="100000">
                <a:srgbClr val="B9DCD2"/>
              </a:gs>
              <a:gs pos="35000">
                <a:srgbClr val="8DC8E8"/>
              </a:gs>
            </a:gsLst>
            <a:lin ang="3600000" scaled="0"/>
          </a:gradFill>
          <a:ln w="15875" cap="rnd">
            <a:noFill/>
            <a:prstDash val="solid"/>
            <a:round/>
          </a:ln>
          <a:effectLst/>
        </p:spPr>
        <p:txBody>
          <a:bodyPr rot="0" spcFirstLastPara="0" vertOverflow="overflow" horzOverflow="overflow" vert="horz" wrap="square" lIns="914400" tIns="261257" rIns="914400" bIns="391886" numCol="1" spcCol="0" rtlCol="0" fromWordArt="0" anchor="ctr" anchorCtr="0" forceAA="0" compatLnSpc="1">
            <a:prstTxWarp prst="textNoShape">
              <a:avLst/>
            </a:prstTxWarp>
            <a:noAutofit/>
          </a:bodyPr>
          <a:lstStyle/>
          <a:p>
            <a:pPr algn="ctr" defTabSz="3448206">
              <a:spcBef>
                <a:spcPts val="1206"/>
              </a:spcBef>
              <a:tabLst>
                <a:tab pos="5666852" algn="l"/>
              </a:tabLst>
            </a:pPr>
            <a:endParaRPr lang="en-US" sz="5143" b="1">
              <a:ln w="3175">
                <a:noFill/>
              </a:ln>
              <a:gradFill flip="none" rotWithShape="1">
                <a:gsLst>
                  <a:gs pos="20183">
                    <a:srgbClr val="FFFFFF"/>
                  </a:gs>
                  <a:gs pos="42000">
                    <a:srgbClr val="FFFFFF"/>
                  </a:gs>
                </a:gsLst>
                <a:lin ang="2700000" scaled="0"/>
                <a:tileRect/>
              </a:gradFill>
              <a:latin typeface="Segoe UI Semibold" panose="020B0502040204020203" pitchFamily="34" charset="0"/>
              <a:cs typeface="Segoe Sans Display Semibold" pitchFamily="2" charset="0"/>
            </a:endParaRPr>
          </a:p>
        </p:txBody>
      </p:sp>
      <p:pic>
        <p:nvPicPr>
          <p:cNvPr id="41" name="Graphic 40">
            <a:extLst>
              <a:ext uri="{FF2B5EF4-FFF2-40B4-BE49-F238E27FC236}">
                <a16:creationId xmlns:a16="http://schemas.microsoft.com/office/drawing/2014/main" id="{768DF19D-62EF-DCB1-8D74-3CABD666ADF6}"/>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168702" y="2344457"/>
            <a:ext cx="389280" cy="389278"/>
          </a:xfrm>
          <a:prstGeom prst="rect">
            <a:avLst/>
          </a:prstGeom>
        </p:spPr>
      </p:pic>
      <p:sp>
        <p:nvSpPr>
          <p:cNvPr id="25" name="TextBox 24">
            <a:extLst>
              <a:ext uri="{FF2B5EF4-FFF2-40B4-BE49-F238E27FC236}">
                <a16:creationId xmlns:a16="http://schemas.microsoft.com/office/drawing/2014/main" id="{2888B649-FB49-975E-766C-D80AE7AAEDDD}"/>
              </a:ext>
            </a:extLst>
          </p:cNvPr>
          <p:cNvSpPr txBox="1"/>
          <p:nvPr/>
        </p:nvSpPr>
        <p:spPr>
          <a:xfrm>
            <a:off x="758941" y="3149029"/>
            <a:ext cx="3208803" cy="812530"/>
          </a:xfrm>
          <a:prstGeom prst="rect">
            <a:avLst/>
          </a:prstGeom>
          <a:noFill/>
        </p:spPr>
        <p:txBody>
          <a:bodyPr wrap="square" lIns="36576" tIns="36576" rIns="36576" bIns="36576" anchor="t">
            <a:spAutoFit/>
          </a:bodyPr>
          <a:lstStyle/>
          <a:p>
            <a:pPr algn="ctr" defTabSz="914437" fontAlgn="base">
              <a:spcBef>
                <a:spcPct val="0"/>
              </a:spcBef>
              <a:spcAft>
                <a:spcPct val="0"/>
              </a:spcAft>
              <a:tabLst>
                <a:tab pos="1487158" algn="l"/>
              </a:tabLst>
              <a:defRPr/>
            </a:pPr>
            <a:r>
              <a:rPr lang="en-CA" sz="2400" b="1" dirty="0">
                <a:ln w="3175">
                  <a:noFill/>
                </a:ln>
                <a:solidFill>
                  <a:srgbClr val="000000"/>
                </a:solidFill>
                <a:latin typeface="Segoe UI Semibold" panose="020B0502040204020203" pitchFamily="34" charset="0"/>
                <a:cs typeface="Segoe UI" pitchFamily="34" charset="0"/>
              </a:rPr>
              <a:t>Potential adverse event</a:t>
            </a:r>
          </a:p>
        </p:txBody>
      </p:sp>
      <p:sp>
        <p:nvSpPr>
          <p:cNvPr id="26" name="TextBox 25">
            <a:extLst>
              <a:ext uri="{FF2B5EF4-FFF2-40B4-BE49-F238E27FC236}">
                <a16:creationId xmlns:a16="http://schemas.microsoft.com/office/drawing/2014/main" id="{8881D346-AB63-1E2B-1FF6-B6366399AA1D}"/>
              </a:ext>
            </a:extLst>
          </p:cNvPr>
          <p:cNvSpPr txBox="1"/>
          <p:nvPr/>
        </p:nvSpPr>
        <p:spPr>
          <a:xfrm>
            <a:off x="1023309" y="4028780"/>
            <a:ext cx="2680066" cy="812530"/>
          </a:xfrm>
          <a:prstGeom prst="rect">
            <a:avLst/>
          </a:prstGeom>
          <a:noFill/>
        </p:spPr>
        <p:txBody>
          <a:bodyPr wrap="square" lIns="36576" tIns="36576" rIns="36576" bIns="36576" anchor="t">
            <a:spAutoFit/>
          </a:bodyPr>
          <a:lstStyle/>
          <a:p>
            <a:pPr algn="ctr"/>
            <a:r>
              <a:rPr lang="en-CA" sz="1600" b="1" dirty="0">
                <a:gradFill>
                  <a:gsLst>
                    <a:gs pos="21101">
                      <a:srgbClr val="000000"/>
                    </a:gs>
                    <a:gs pos="31193">
                      <a:srgbClr val="000000"/>
                    </a:gs>
                  </a:gsLst>
                  <a:path path="circle">
                    <a:fillToRect l="100000" t="100000"/>
                  </a:path>
                </a:gradFill>
                <a:latin typeface="Segoe UI Semibold" panose="020B0502040204020203" pitchFamily="34" charset="0"/>
                <a:cs typeface="Segoe Sans Display Semibold" pitchFamily="2" charset="0"/>
              </a:rPr>
              <a:t>A reported symptom or unwanted experience after product use</a:t>
            </a:r>
          </a:p>
        </p:txBody>
      </p:sp>
      <p:sp>
        <p:nvSpPr>
          <p:cNvPr id="23" name="Rounded Rectangle 22">
            <a:extLst>
              <a:ext uri="{FF2B5EF4-FFF2-40B4-BE49-F238E27FC236}">
                <a16:creationId xmlns:a16="http://schemas.microsoft.com/office/drawing/2014/main" id="{B2B1892D-4716-29EC-35B1-8ED538CA6CE2}"/>
              </a:ext>
              <a:ext uri="{C183D7F6-B498-43B3-948B-1728B52AA6E4}">
                <adec:decorative xmlns:adec="http://schemas.microsoft.com/office/drawing/2017/decorative" val="1"/>
              </a:ext>
            </a:extLst>
          </p:cNvPr>
          <p:cNvSpPr/>
          <p:nvPr/>
        </p:nvSpPr>
        <p:spPr bwMode="auto">
          <a:xfrm>
            <a:off x="4385597" y="1803748"/>
            <a:ext cx="3558285" cy="3469052"/>
          </a:xfrm>
          <a:prstGeom prst="roundRect">
            <a:avLst>
              <a:gd name="adj" fmla="val 9306"/>
            </a:avLst>
          </a:prstGeom>
          <a:solidFill>
            <a:srgbClr val="194449">
              <a:alpha val="10000"/>
            </a:srgbClr>
          </a:solidFill>
        </p:spPr>
        <p:txBody>
          <a:bodyPr wrap="square" lIns="0" tIns="0" rIns="0" bIns="45720" rtlCol="0" anchor="ctr" anchorCtr="0">
            <a:noAutofit/>
          </a:bodyPr>
          <a:lstStyle/>
          <a:p>
            <a:pPr algn="ctr" defTabSz="2275850" fontAlgn="base">
              <a:spcBef>
                <a:spcPts val="200"/>
              </a:spcBef>
              <a:spcAft>
                <a:spcPct val="0"/>
              </a:spcAft>
              <a:tabLst>
                <a:tab pos="3701239" algn="l"/>
              </a:tabLst>
            </a:pPr>
            <a:endParaRPr lang="en-US" sz="1765" b="1">
              <a:ln w="3175">
                <a:noFill/>
              </a:ln>
              <a:gradFill>
                <a:gsLst>
                  <a:gs pos="22936">
                    <a:schemeClr val="tx1"/>
                  </a:gs>
                  <a:gs pos="38000">
                    <a:schemeClr val="tx1"/>
                  </a:gs>
                </a:gsLst>
                <a:path path="circle">
                  <a:fillToRect l="100000" t="100000"/>
                </a:path>
              </a:gradFill>
              <a:latin typeface="Segoe UI Semibold" panose="020B0502040204020203" pitchFamily="34" charset="0"/>
              <a:cs typeface="Segoe UI" pitchFamily="34" charset="0"/>
            </a:endParaRPr>
          </a:p>
        </p:txBody>
      </p:sp>
      <p:sp>
        <p:nvSpPr>
          <p:cNvPr id="35" name="Oval 34">
            <a:extLst>
              <a:ext uri="{FF2B5EF4-FFF2-40B4-BE49-F238E27FC236}">
                <a16:creationId xmlns:a16="http://schemas.microsoft.com/office/drawing/2014/main" id="{058F91F4-9C6B-016F-C409-83B47A5E7AD0}"/>
              </a:ext>
              <a:ext uri="{C183D7F6-B498-43B3-948B-1728B52AA6E4}">
                <adec:decorative xmlns:adec="http://schemas.microsoft.com/office/drawing/2017/decorative" val="1"/>
              </a:ext>
            </a:extLst>
          </p:cNvPr>
          <p:cNvSpPr/>
          <p:nvPr/>
        </p:nvSpPr>
        <p:spPr bwMode="auto">
          <a:xfrm>
            <a:off x="5715657" y="2161928"/>
            <a:ext cx="754336" cy="754336"/>
          </a:xfrm>
          <a:prstGeom prst="ellipse">
            <a:avLst/>
          </a:prstGeom>
          <a:gradFill>
            <a:gsLst>
              <a:gs pos="0">
                <a:srgbClr val="7FC0E6"/>
              </a:gs>
              <a:gs pos="100000">
                <a:srgbClr val="B9DCD2"/>
              </a:gs>
              <a:gs pos="35000">
                <a:srgbClr val="8DC8E8"/>
              </a:gs>
            </a:gsLst>
            <a:lin ang="3600000" scaled="0"/>
          </a:gradFill>
          <a:ln w="15875" cap="rnd">
            <a:noFill/>
            <a:prstDash val="solid"/>
            <a:round/>
          </a:ln>
          <a:effectLst/>
        </p:spPr>
        <p:txBody>
          <a:bodyPr rot="0" spcFirstLastPara="0" vertOverflow="overflow" horzOverflow="overflow" vert="horz" wrap="square" lIns="914400" tIns="261257" rIns="914400" bIns="391886" numCol="1" spcCol="0" rtlCol="0" fromWordArt="0" anchor="ctr" anchorCtr="0" forceAA="0" compatLnSpc="1">
            <a:prstTxWarp prst="textNoShape">
              <a:avLst/>
            </a:prstTxWarp>
            <a:noAutofit/>
          </a:bodyPr>
          <a:lstStyle/>
          <a:p>
            <a:pPr algn="ctr" defTabSz="3448206">
              <a:spcBef>
                <a:spcPts val="1206"/>
              </a:spcBef>
              <a:tabLst>
                <a:tab pos="5666852" algn="l"/>
              </a:tabLst>
            </a:pPr>
            <a:endParaRPr lang="en-US" sz="5143" b="1">
              <a:ln w="3175">
                <a:noFill/>
              </a:ln>
              <a:gradFill flip="none" rotWithShape="1">
                <a:gsLst>
                  <a:gs pos="20183">
                    <a:srgbClr val="FFFFFF"/>
                  </a:gs>
                  <a:gs pos="42000">
                    <a:srgbClr val="FFFFFF"/>
                  </a:gs>
                </a:gsLst>
                <a:lin ang="2700000" scaled="0"/>
                <a:tileRect/>
              </a:gradFill>
              <a:latin typeface="Segoe UI Semibold" panose="020B0502040204020203" pitchFamily="34" charset="0"/>
              <a:cs typeface="Segoe Sans Display Semibold" pitchFamily="2" charset="0"/>
            </a:endParaRPr>
          </a:p>
        </p:txBody>
      </p:sp>
      <p:pic>
        <p:nvPicPr>
          <p:cNvPr id="45" name="Graphic 44">
            <a:extLst>
              <a:ext uri="{FF2B5EF4-FFF2-40B4-BE49-F238E27FC236}">
                <a16:creationId xmlns:a16="http://schemas.microsoft.com/office/drawing/2014/main" id="{508C65EF-186A-45D4-F30A-F6545B7B1AA0}"/>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898185" y="2344457"/>
            <a:ext cx="389280" cy="389278"/>
          </a:xfrm>
          <a:prstGeom prst="rect">
            <a:avLst/>
          </a:prstGeom>
        </p:spPr>
      </p:pic>
      <p:sp>
        <p:nvSpPr>
          <p:cNvPr id="27" name="TextBox 26">
            <a:extLst>
              <a:ext uri="{FF2B5EF4-FFF2-40B4-BE49-F238E27FC236}">
                <a16:creationId xmlns:a16="http://schemas.microsoft.com/office/drawing/2014/main" id="{A3C7F7A2-E284-B3A2-640A-7B0CC2FD0B90}"/>
              </a:ext>
            </a:extLst>
          </p:cNvPr>
          <p:cNvSpPr txBox="1"/>
          <p:nvPr/>
        </p:nvSpPr>
        <p:spPr>
          <a:xfrm>
            <a:off x="4488424" y="3149029"/>
            <a:ext cx="3208803" cy="812530"/>
          </a:xfrm>
          <a:prstGeom prst="rect">
            <a:avLst/>
          </a:prstGeom>
          <a:noFill/>
        </p:spPr>
        <p:txBody>
          <a:bodyPr wrap="square" lIns="36576" tIns="36576" rIns="36576" bIns="36576" anchor="t">
            <a:spAutoFit/>
          </a:bodyPr>
          <a:lstStyle/>
          <a:p>
            <a:pPr algn="ctr" defTabSz="914437" fontAlgn="base">
              <a:spcBef>
                <a:spcPct val="0"/>
              </a:spcBef>
              <a:spcAft>
                <a:spcPct val="0"/>
              </a:spcAft>
              <a:tabLst>
                <a:tab pos="1487158" algn="l"/>
              </a:tabLst>
              <a:defRPr/>
            </a:pPr>
            <a:r>
              <a:rPr lang="en-CA" sz="2400" b="1" dirty="0">
                <a:ln w="3175">
                  <a:noFill/>
                </a:ln>
                <a:solidFill>
                  <a:srgbClr val="000000"/>
                </a:solidFill>
                <a:latin typeface="Segoe UI Semibold" panose="020B0502040204020203" pitchFamily="34" charset="0"/>
                <a:cs typeface="Segoe UI" pitchFamily="34" charset="0"/>
              </a:rPr>
              <a:t>Product quality complaint</a:t>
            </a:r>
          </a:p>
        </p:txBody>
      </p:sp>
      <p:sp>
        <p:nvSpPr>
          <p:cNvPr id="28" name="TextBox 27">
            <a:extLst>
              <a:ext uri="{FF2B5EF4-FFF2-40B4-BE49-F238E27FC236}">
                <a16:creationId xmlns:a16="http://schemas.microsoft.com/office/drawing/2014/main" id="{A2F21A6F-ED00-E089-B6E9-6FC75CE9252B}"/>
              </a:ext>
            </a:extLst>
          </p:cNvPr>
          <p:cNvSpPr txBox="1"/>
          <p:nvPr/>
        </p:nvSpPr>
        <p:spPr>
          <a:xfrm>
            <a:off x="4642546" y="4028780"/>
            <a:ext cx="2900558" cy="1058751"/>
          </a:xfrm>
          <a:prstGeom prst="rect">
            <a:avLst/>
          </a:prstGeom>
          <a:noFill/>
        </p:spPr>
        <p:txBody>
          <a:bodyPr wrap="square" lIns="36576" tIns="36576" rIns="36576" bIns="36576" anchor="t">
            <a:spAutoFit/>
          </a:bodyPr>
          <a:lstStyle/>
          <a:p>
            <a:pPr algn="ctr"/>
            <a:r>
              <a:rPr lang="en-CA" sz="1600" b="1" dirty="0">
                <a:gradFill>
                  <a:gsLst>
                    <a:gs pos="21101">
                      <a:srgbClr val="000000"/>
                    </a:gs>
                    <a:gs pos="31193">
                      <a:srgbClr val="000000"/>
                    </a:gs>
                  </a:gsLst>
                  <a:path path="circle">
                    <a:fillToRect l="100000" t="100000"/>
                  </a:path>
                </a:gradFill>
                <a:latin typeface="Segoe UI Semibold" panose="020B0502040204020203" pitchFamily="34" charset="0"/>
                <a:cs typeface="Segoe Sans Display Semibold" pitchFamily="2" charset="0"/>
              </a:rPr>
              <a:t>A concern about packaging, integrity, contamination, or performance</a:t>
            </a:r>
          </a:p>
          <a:p>
            <a:pPr algn="ctr"/>
            <a:endParaRPr lang="en-CA" sz="1600" b="1" dirty="0">
              <a:gradFill>
                <a:gsLst>
                  <a:gs pos="21101">
                    <a:srgbClr val="000000"/>
                  </a:gs>
                  <a:gs pos="31193">
                    <a:srgbClr val="000000"/>
                  </a:gs>
                </a:gsLst>
                <a:path path="circle">
                  <a:fillToRect l="100000" t="100000"/>
                </a:path>
              </a:gradFill>
              <a:latin typeface="Segoe UI Semibold" panose="020B0502040204020203" pitchFamily="34" charset="0"/>
              <a:cs typeface="Segoe Sans Display Semibold" pitchFamily="2" charset="0"/>
            </a:endParaRPr>
          </a:p>
        </p:txBody>
      </p:sp>
      <p:sp>
        <p:nvSpPr>
          <p:cNvPr id="24" name="Rounded Rectangle 23">
            <a:extLst>
              <a:ext uri="{FF2B5EF4-FFF2-40B4-BE49-F238E27FC236}">
                <a16:creationId xmlns:a16="http://schemas.microsoft.com/office/drawing/2014/main" id="{1B4DC662-D8A0-B1A1-FE62-BD307372293D}"/>
              </a:ext>
              <a:ext uri="{C183D7F6-B498-43B3-948B-1728B52AA6E4}">
                <adec:decorative xmlns:adec="http://schemas.microsoft.com/office/drawing/2017/decorative" val="1"/>
              </a:ext>
            </a:extLst>
          </p:cNvPr>
          <p:cNvSpPr/>
          <p:nvPr/>
        </p:nvSpPr>
        <p:spPr bwMode="auto">
          <a:xfrm>
            <a:off x="8043165" y="1803748"/>
            <a:ext cx="3558285" cy="3469052"/>
          </a:xfrm>
          <a:prstGeom prst="roundRect">
            <a:avLst>
              <a:gd name="adj" fmla="val 9306"/>
            </a:avLst>
          </a:prstGeom>
          <a:solidFill>
            <a:srgbClr val="194449">
              <a:alpha val="10000"/>
            </a:srgbClr>
          </a:solidFill>
        </p:spPr>
        <p:txBody>
          <a:bodyPr wrap="square" lIns="0" tIns="0" rIns="0" bIns="45720" rtlCol="0" anchor="ctr" anchorCtr="0">
            <a:noAutofit/>
          </a:bodyPr>
          <a:lstStyle/>
          <a:p>
            <a:pPr algn="ctr" defTabSz="2275850" fontAlgn="base">
              <a:spcBef>
                <a:spcPts val="200"/>
              </a:spcBef>
              <a:spcAft>
                <a:spcPct val="0"/>
              </a:spcAft>
              <a:tabLst>
                <a:tab pos="3701239" algn="l"/>
              </a:tabLst>
            </a:pPr>
            <a:endParaRPr lang="en-US" sz="1765" b="1">
              <a:ln w="3175">
                <a:noFill/>
              </a:ln>
              <a:gradFill>
                <a:gsLst>
                  <a:gs pos="22936">
                    <a:schemeClr val="tx1"/>
                  </a:gs>
                  <a:gs pos="38000">
                    <a:schemeClr val="tx1"/>
                  </a:gs>
                </a:gsLst>
                <a:path path="circle">
                  <a:fillToRect l="100000" t="100000"/>
                </a:path>
              </a:gradFill>
              <a:latin typeface="Segoe UI Semibold" panose="020B0502040204020203" pitchFamily="34" charset="0"/>
              <a:cs typeface="Segoe UI" pitchFamily="34" charset="0"/>
            </a:endParaRPr>
          </a:p>
        </p:txBody>
      </p:sp>
      <p:sp>
        <p:nvSpPr>
          <p:cNvPr id="32" name="Oval 31">
            <a:extLst>
              <a:ext uri="{FF2B5EF4-FFF2-40B4-BE49-F238E27FC236}">
                <a16:creationId xmlns:a16="http://schemas.microsoft.com/office/drawing/2014/main" id="{33B1CBA5-DCBD-0695-44CC-F91D49B02098}"/>
              </a:ext>
              <a:ext uri="{C183D7F6-B498-43B3-948B-1728B52AA6E4}">
                <adec:decorative xmlns:adec="http://schemas.microsoft.com/office/drawing/2017/decorative" val="1"/>
              </a:ext>
            </a:extLst>
          </p:cNvPr>
          <p:cNvSpPr/>
          <p:nvPr/>
        </p:nvSpPr>
        <p:spPr bwMode="auto">
          <a:xfrm>
            <a:off x="9445139" y="2161928"/>
            <a:ext cx="754336" cy="754336"/>
          </a:xfrm>
          <a:prstGeom prst="ellipse">
            <a:avLst/>
          </a:prstGeom>
          <a:gradFill>
            <a:gsLst>
              <a:gs pos="0">
                <a:srgbClr val="7FC0E6"/>
              </a:gs>
              <a:gs pos="100000">
                <a:srgbClr val="B9DCD2"/>
              </a:gs>
              <a:gs pos="35000">
                <a:srgbClr val="8DC8E8"/>
              </a:gs>
            </a:gsLst>
            <a:lin ang="3600000" scaled="0"/>
          </a:gradFill>
          <a:ln w="15875" cap="rnd">
            <a:noFill/>
            <a:prstDash val="solid"/>
            <a:round/>
          </a:ln>
          <a:effectLst/>
        </p:spPr>
        <p:txBody>
          <a:bodyPr rot="0" spcFirstLastPara="0" vertOverflow="overflow" horzOverflow="overflow" vert="horz" wrap="square" lIns="914400" tIns="261257" rIns="914400" bIns="391886" numCol="1" spcCol="0" rtlCol="0" fromWordArt="0" anchor="ctr" anchorCtr="0" forceAA="0" compatLnSpc="1">
            <a:prstTxWarp prst="textNoShape">
              <a:avLst/>
            </a:prstTxWarp>
            <a:noAutofit/>
          </a:bodyPr>
          <a:lstStyle/>
          <a:p>
            <a:pPr algn="ctr" defTabSz="3448206">
              <a:spcBef>
                <a:spcPts val="1206"/>
              </a:spcBef>
              <a:tabLst>
                <a:tab pos="5666852" algn="l"/>
              </a:tabLst>
            </a:pPr>
            <a:endParaRPr lang="en-US" sz="5143" b="1">
              <a:ln w="3175">
                <a:noFill/>
              </a:ln>
              <a:gradFill flip="none" rotWithShape="1">
                <a:gsLst>
                  <a:gs pos="20183">
                    <a:srgbClr val="FFFFFF"/>
                  </a:gs>
                  <a:gs pos="42000">
                    <a:srgbClr val="FFFFFF"/>
                  </a:gs>
                </a:gsLst>
                <a:lin ang="2700000" scaled="0"/>
                <a:tileRect/>
              </a:gradFill>
              <a:latin typeface="Segoe UI Semibold" panose="020B0502040204020203" pitchFamily="34" charset="0"/>
              <a:cs typeface="Segoe Sans Display Semibold" pitchFamily="2" charset="0"/>
            </a:endParaRPr>
          </a:p>
        </p:txBody>
      </p:sp>
      <p:pic>
        <p:nvPicPr>
          <p:cNvPr id="43" name="Graphic 42">
            <a:extLst>
              <a:ext uri="{FF2B5EF4-FFF2-40B4-BE49-F238E27FC236}">
                <a16:creationId xmlns:a16="http://schemas.microsoft.com/office/drawing/2014/main" id="{452D3940-D79B-36E8-3E99-E30921ABAAFA}"/>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627667" y="2332893"/>
            <a:ext cx="389280" cy="389278"/>
          </a:xfrm>
          <a:prstGeom prst="rect">
            <a:avLst/>
          </a:prstGeom>
        </p:spPr>
      </p:pic>
      <p:sp>
        <p:nvSpPr>
          <p:cNvPr id="29" name="TextBox 28">
            <a:extLst>
              <a:ext uri="{FF2B5EF4-FFF2-40B4-BE49-F238E27FC236}">
                <a16:creationId xmlns:a16="http://schemas.microsoft.com/office/drawing/2014/main" id="{A236F8BA-3D00-A240-326E-FCC4FB2FDB05}"/>
              </a:ext>
            </a:extLst>
          </p:cNvPr>
          <p:cNvSpPr txBox="1"/>
          <p:nvPr/>
        </p:nvSpPr>
        <p:spPr>
          <a:xfrm>
            <a:off x="8604529" y="3149029"/>
            <a:ext cx="2435556" cy="812530"/>
          </a:xfrm>
          <a:prstGeom prst="rect">
            <a:avLst/>
          </a:prstGeom>
          <a:noFill/>
        </p:spPr>
        <p:txBody>
          <a:bodyPr wrap="square" lIns="36576" tIns="36576" rIns="36576" bIns="36576" anchor="t">
            <a:spAutoFit/>
          </a:bodyPr>
          <a:lstStyle/>
          <a:p>
            <a:pPr algn="ctr" defTabSz="914437" fontAlgn="base">
              <a:spcBef>
                <a:spcPct val="0"/>
              </a:spcBef>
              <a:spcAft>
                <a:spcPct val="0"/>
              </a:spcAft>
              <a:tabLst>
                <a:tab pos="1487158" algn="l"/>
              </a:tabLst>
              <a:defRPr/>
            </a:pPr>
            <a:r>
              <a:rPr lang="en-CA" sz="2400" b="1" dirty="0">
                <a:ln w="3175">
                  <a:noFill/>
                </a:ln>
                <a:solidFill>
                  <a:srgbClr val="000000"/>
                </a:solidFill>
                <a:latin typeface="Segoe UI Semibold" panose="020B0502040204020203" pitchFamily="34" charset="0"/>
                <a:cs typeface="Segoe UI" pitchFamily="34" charset="0"/>
              </a:rPr>
              <a:t>Medical </a:t>
            </a:r>
            <a:br>
              <a:rPr lang="en-CA" sz="2400" b="1" dirty="0">
                <a:ln w="3175">
                  <a:noFill/>
                </a:ln>
                <a:solidFill>
                  <a:srgbClr val="000000"/>
                </a:solidFill>
                <a:latin typeface="Segoe UI Semibold" panose="020B0502040204020203" pitchFamily="34" charset="0"/>
                <a:cs typeface="Segoe UI" pitchFamily="34" charset="0"/>
              </a:rPr>
            </a:br>
            <a:r>
              <a:rPr lang="en-CA" sz="2400" b="1" dirty="0">
                <a:ln w="3175">
                  <a:noFill/>
                </a:ln>
                <a:solidFill>
                  <a:srgbClr val="000000"/>
                </a:solidFill>
                <a:latin typeface="Segoe UI Semibold" panose="020B0502040204020203" pitchFamily="34" charset="0"/>
                <a:cs typeface="Segoe UI" pitchFamily="34" charset="0"/>
              </a:rPr>
              <a:t>inquiry</a:t>
            </a:r>
          </a:p>
        </p:txBody>
      </p:sp>
      <p:sp>
        <p:nvSpPr>
          <p:cNvPr id="30" name="TextBox 29">
            <a:extLst>
              <a:ext uri="{FF2B5EF4-FFF2-40B4-BE49-F238E27FC236}">
                <a16:creationId xmlns:a16="http://schemas.microsoft.com/office/drawing/2014/main" id="{CA0058AC-ECE0-84BB-5C87-6AFA16CB6D02}"/>
              </a:ext>
            </a:extLst>
          </p:cNvPr>
          <p:cNvSpPr txBox="1"/>
          <p:nvPr/>
        </p:nvSpPr>
        <p:spPr>
          <a:xfrm>
            <a:off x="8501708" y="4028780"/>
            <a:ext cx="2641198" cy="812530"/>
          </a:xfrm>
          <a:prstGeom prst="rect">
            <a:avLst/>
          </a:prstGeom>
          <a:noFill/>
        </p:spPr>
        <p:txBody>
          <a:bodyPr wrap="square" lIns="36576" tIns="36576" rIns="36576" bIns="36576" anchor="t">
            <a:spAutoFit/>
          </a:bodyPr>
          <a:lstStyle/>
          <a:p>
            <a:pPr algn="ctr"/>
            <a:r>
              <a:rPr lang="en-CA" sz="1600" b="1" dirty="0">
                <a:gradFill>
                  <a:gsLst>
                    <a:gs pos="21101">
                      <a:srgbClr val="000000"/>
                    </a:gs>
                    <a:gs pos="31193">
                      <a:srgbClr val="000000"/>
                    </a:gs>
                  </a:gsLst>
                  <a:path path="circle">
                    <a:fillToRect l="100000" t="100000"/>
                  </a:path>
                </a:gradFill>
                <a:latin typeface="Segoe UI Semibold" panose="020B0502040204020203" pitchFamily="34" charset="0"/>
                <a:cs typeface="Segoe Sans Display Semibold" pitchFamily="2" charset="0"/>
              </a:rPr>
              <a:t>A request for diagnosis, treatment, dosage, or medical guidance</a:t>
            </a:r>
          </a:p>
        </p:txBody>
      </p:sp>
      <p:sp>
        <p:nvSpPr>
          <p:cNvPr id="22" name="TextBox 21"/>
          <p:cNvSpPr txBox="1"/>
          <p:nvPr/>
        </p:nvSpPr>
        <p:spPr>
          <a:xfrm>
            <a:off x="535745" y="5619249"/>
            <a:ext cx="11120510" cy="381643"/>
          </a:xfrm>
          <a:prstGeom prst="rect">
            <a:avLst/>
          </a:prstGeom>
          <a:noFill/>
        </p:spPr>
        <p:txBody>
          <a:bodyPr wrap="square" lIns="36576" tIns="36576" rIns="36576" bIns="36576" anchor="t">
            <a:spAutoFit/>
          </a:bodyPr>
          <a:lstStyle/>
          <a:p>
            <a:pPr algn="ctr"/>
            <a:r>
              <a:rPr sz="2000" b="1" dirty="0">
                <a:ln w="3175">
                  <a:noFill/>
                </a:ln>
                <a:gradFill flip="none" rotWithShape="1">
                  <a:gsLst>
                    <a:gs pos="0">
                      <a:srgbClr val="175B9C"/>
                    </a:gs>
                    <a:gs pos="100000">
                      <a:srgbClr val="87ADA2"/>
                    </a:gs>
                    <a:gs pos="50000">
                      <a:srgbClr val="0078D4"/>
                    </a:gs>
                  </a:gsLst>
                  <a:path path="circle">
                    <a:fillToRect t="100000" r="100000"/>
                  </a:path>
                  <a:tileRect l="-100000" b="-100000"/>
                </a:gradFill>
                <a:latin typeface="Segoe UI Semibold" panose="020B0502040204020203" pitchFamily="34" charset="0"/>
                <a:cs typeface="Segoe UI" pitchFamily="34" charset="0"/>
              </a:rPr>
              <a:t>The application never determines causality, seriousness, diagnosis, or treatment</a:t>
            </a:r>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par>
                                <p:cTn id="11" presetID="10" presetClass="entr" presetSubtype="0" fill="hold" grpId="0" nodeType="withEffect">
                                  <p:stCondLst>
                                    <p:cond delay="10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par>
                                <p:cTn id="14" presetID="10" presetClass="entr" presetSubtype="0" fill="hold" grpId="0" nodeType="withEffect">
                                  <p:stCondLst>
                                    <p:cond delay="100"/>
                                  </p:stCondLst>
                                  <p:childTnLst>
                                    <p:set>
                                      <p:cBhvr>
                                        <p:cTn id="15" dur="1" fill="hold">
                                          <p:stCondLst>
                                            <p:cond delay="0"/>
                                          </p:stCondLst>
                                        </p:cTn>
                                        <p:tgtEl>
                                          <p:spTgt spid="38"/>
                                        </p:tgtEl>
                                        <p:attrNameLst>
                                          <p:attrName>style.visibility</p:attrName>
                                        </p:attrNameLst>
                                      </p:cBhvr>
                                      <p:to>
                                        <p:strVal val="visible"/>
                                      </p:to>
                                    </p:set>
                                    <p:animEffect transition="in" filter="fade">
                                      <p:cBhvr>
                                        <p:cTn id="16" dur="500"/>
                                        <p:tgtEl>
                                          <p:spTgt spid="38"/>
                                        </p:tgtEl>
                                      </p:cBhvr>
                                    </p:animEffect>
                                  </p:childTnLst>
                                </p:cTn>
                              </p:par>
                              <p:par>
                                <p:cTn id="17" presetID="10" presetClass="entr" presetSubtype="0" fill="hold" nodeType="withEffect">
                                  <p:stCondLst>
                                    <p:cond delay="100"/>
                                  </p:stCondLst>
                                  <p:childTnLst>
                                    <p:set>
                                      <p:cBhvr>
                                        <p:cTn id="18" dur="1" fill="hold">
                                          <p:stCondLst>
                                            <p:cond delay="0"/>
                                          </p:stCondLst>
                                        </p:cTn>
                                        <p:tgtEl>
                                          <p:spTgt spid="41"/>
                                        </p:tgtEl>
                                        <p:attrNameLst>
                                          <p:attrName>style.visibility</p:attrName>
                                        </p:attrNameLst>
                                      </p:cBhvr>
                                      <p:to>
                                        <p:strVal val="visible"/>
                                      </p:to>
                                    </p:set>
                                    <p:animEffect transition="in" filter="fade">
                                      <p:cBhvr>
                                        <p:cTn id="19" dur="500"/>
                                        <p:tgtEl>
                                          <p:spTgt spid="41"/>
                                        </p:tgtEl>
                                      </p:cBhvr>
                                    </p:animEffect>
                                  </p:childTnLst>
                                </p:cTn>
                              </p:par>
                              <p:par>
                                <p:cTn id="20" presetID="10" presetClass="entr" presetSubtype="0" fill="hold" grpId="0" nodeType="withEffect">
                                  <p:stCondLst>
                                    <p:cond delay="100"/>
                                  </p:stCondLst>
                                  <p:childTnLst>
                                    <p:set>
                                      <p:cBhvr>
                                        <p:cTn id="21" dur="1" fill="hold">
                                          <p:stCondLst>
                                            <p:cond delay="0"/>
                                          </p:stCondLst>
                                        </p:cTn>
                                        <p:tgtEl>
                                          <p:spTgt spid="25"/>
                                        </p:tgtEl>
                                        <p:attrNameLst>
                                          <p:attrName>style.visibility</p:attrName>
                                        </p:attrNameLst>
                                      </p:cBhvr>
                                      <p:to>
                                        <p:strVal val="visible"/>
                                      </p:to>
                                    </p:set>
                                    <p:animEffect transition="in" filter="fade">
                                      <p:cBhvr>
                                        <p:cTn id="22" dur="500"/>
                                        <p:tgtEl>
                                          <p:spTgt spid="25"/>
                                        </p:tgtEl>
                                      </p:cBhvr>
                                    </p:animEffect>
                                  </p:childTnLst>
                                </p:cTn>
                              </p:par>
                              <p:par>
                                <p:cTn id="23" presetID="10" presetClass="entr" presetSubtype="0" fill="hold" grpId="0" nodeType="withEffect">
                                  <p:stCondLst>
                                    <p:cond delay="100"/>
                                  </p:stCondLst>
                                  <p:childTnLst>
                                    <p:set>
                                      <p:cBhvr>
                                        <p:cTn id="24" dur="1" fill="hold">
                                          <p:stCondLst>
                                            <p:cond delay="0"/>
                                          </p:stCondLst>
                                        </p:cTn>
                                        <p:tgtEl>
                                          <p:spTgt spid="26"/>
                                        </p:tgtEl>
                                        <p:attrNameLst>
                                          <p:attrName>style.visibility</p:attrName>
                                        </p:attrNameLst>
                                      </p:cBhvr>
                                      <p:to>
                                        <p:strVal val="visible"/>
                                      </p:to>
                                    </p:set>
                                    <p:animEffect transition="in" filter="fade">
                                      <p:cBhvr>
                                        <p:cTn id="25" dur="500"/>
                                        <p:tgtEl>
                                          <p:spTgt spid="26"/>
                                        </p:tgtEl>
                                      </p:cBhvr>
                                    </p:animEffect>
                                  </p:childTnLst>
                                </p:cTn>
                              </p:par>
                              <p:par>
                                <p:cTn id="26" presetID="10" presetClass="entr" presetSubtype="0" fill="hold" grpId="0" nodeType="withEffect">
                                  <p:stCondLst>
                                    <p:cond delay="200"/>
                                  </p:stCondLst>
                                  <p:childTnLst>
                                    <p:set>
                                      <p:cBhvr>
                                        <p:cTn id="27" dur="1" fill="hold">
                                          <p:stCondLst>
                                            <p:cond delay="0"/>
                                          </p:stCondLst>
                                        </p:cTn>
                                        <p:tgtEl>
                                          <p:spTgt spid="23"/>
                                        </p:tgtEl>
                                        <p:attrNameLst>
                                          <p:attrName>style.visibility</p:attrName>
                                        </p:attrNameLst>
                                      </p:cBhvr>
                                      <p:to>
                                        <p:strVal val="visible"/>
                                      </p:to>
                                    </p:set>
                                    <p:animEffect transition="in" filter="fade">
                                      <p:cBhvr>
                                        <p:cTn id="28" dur="500"/>
                                        <p:tgtEl>
                                          <p:spTgt spid="23"/>
                                        </p:tgtEl>
                                      </p:cBhvr>
                                    </p:animEffect>
                                  </p:childTnLst>
                                </p:cTn>
                              </p:par>
                              <p:par>
                                <p:cTn id="29" presetID="10" presetClass="entr" presetSubtype="0" fill="hold" grpId="0" nodeType="withEffect">
                                  <p:stCondLst>
                                    <p:cond delay="200"/>
                                  </p:stCondLst>
                                  <p:childTnLst>
                                    <p:set>
                                      <p:cBhvr>
                                        <p:cTn id="30" dur="1" fill="hold">
                                          <p:stCondLst>
                                            <p:cond delay="0"/>
                                          </p:stCondLst>
                                        </p:cTn>
                                        <p:tgtEl>
                                          <p:spTgt spid="35"/>
                                        </p:tgtEl>
                                        <p:attrNameLst>
                                          <p:attrName>style.visibility</p:attrName>
                                        </p:attrNameLst>
                                      </p:cBhvr>
                                      <p:to>
                                        <p:strVal val="visible"/>
                                      </p:to>
                                    </p:set>
                                    <p:animEffect transition="in" filter="fade">
                                      <p:cBhvr>
                                        <p:cTn id="31" dur="500"/>
                                        <p:tgtEl>
                                          <p:spTgt spid="35"/>
                                        </p:tgtEl>
                                      </p:cBhvr>
                                    </p:animEffect>
                                  </p:childTnLst>
                                </p:cTn>
                              </p:par>
                              <p:par>
                                <p:cTn id="32" presetID="10" presetClass="entr" presetSubtype="0" fill="hold" nodeType="withEffect">
                                  <p:stCondLst>
                                    <p:cond delay="200"/>
                                  </p:stCondLst>
                                  <p:childTnLst>
                                    <p:set>
                                      <p:cBhvr>
                                        <p:cTn id="33" dur="1" fill="hold">
                                          <p:stCondLst>
                                            <p:cond delay="0"/>
                                          </p:stCondLst>
                                        </p:cTn>
                                        <p:tgtEl>
                                          <p:spTgt spid="45"/>
                                        </p:tgtEl>
                                        <p:attrNameLst>
                                          <p:attrName>style.visibility</p:attrName>
                                        </p:attrNameLst>
                                      </p:cBhvr>
                                      <p:to>
                                        <p:strVal val="visible"/>
                                      </p:to>
                                    </p:set>
                                    <p:animEffect transition="in" filter="fade">
                                      <p:cBhvr>
                                        <p:cTn id="34" dur="500"/>
                                        <p:tgtEl>
                                          <p:spTgt spid="45"/>
                                        </p:tgtEl>
                                      </p:cBhvr>
                                    </p:animEffect>
                                  </p:childTnLst>
                                </p:cTn>
                              </p:par>
                              <p:par>
                                <p:cTn id="35" presetID="10" presetClass="entr" presetSubtype="0" fill="hold" grpId="0" nodeType="withEffect">
                                  <p:stCondLst>
                                    <p:cond delay="20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500"/>
                                        <p:tgtEl>
                                          <p:spTgt spid="27"/>
                                        </p:tgtEl>
                                      </p:cBhvr>
                                    </p:animEffect>
                                  </p:childTnLst>
                                </p:cTn>
                              </p:par>
                              <p:par>
                                <p:cTn id="38" presetID="10" presetClass="entr" presetSubtype="0" fill="hold" grpId="0" nodeType="withEffect">
                                  <p:stCondLst>
                                    <p:cond delay="20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500"/>
                                        <p:tgtEl>
                                          <p:spTgt spid="28"/>
                                        </p:tgtEl>
                                      </p:cBhvr>
                                    </p:animEffect>
                                  </p:childTnLst>
                                </p:cTn>
                              </p:par>
                              <p:par>
                                <p:cTn id="41" presetID="10" presetClass="entr" presetSubtype="0" fill="hold" grpId="0" nodeType="withEffect">
                                  <p:stCondLst>
                                    <p:cond delay="300"/>
                                  </p:stCondLst>
                                  <p:childTnLst>
                                    <p:set>
                                      <p:cBhvr>
                                        <p:cTn id="42" dur="1" fill="hold">
                                          <p:stCondLst>
                                            <p:cond delay="0"/>
                                          </p:stCondLst>
                                        </p:cTn>
                                        <p:tgtEl>
                                          <p:spTgt spid="24"/>
                                        </p:tgtEl>
                                        <p:attrNameLst>
                                          <p:attrName>style.visibility</p:attrName>
                                        </p:attrNameLst>
                                      </p:cBhvr>
                                      <p:to>
                                        <p:strVal val="visible"/>
                                      </p:to>
                                    </p:set>
                                    <p:animEffect transition="in" filter="fade">
                                      <p:cBhvr>
                                        <p:cTn id="43" dur="500"/>
                                        <p:tgtEl>
                                          <p:spTgt spid="24"/>
                                        </p:tgtEl>
                                      </p:cBhvr>
                                    </p:animEffect>
                                  </p:childTnLst>
                                </p:cTn>
                              </p:par>
                              <p:par>
                                <p:cTn id="44" presetID="10" presetClass="entr" presetSubtype="0" fill="hold" grpId="0" nodeType="withEffect">
                                  <p:stCondLst>
                                    <p:cond delay="300"/>
                                  </p:stCondLst>
                                  <p:childTnLst>
                                    <p:set>
                                      <p:cBhvr>
                                        <p:cTn id="45" dur="1" fill="hold">
                                          <p:stCondLst>
                                            <p:cond delay="0"/>
                                          </p:stCondLst>
                                        </p:cTn>
                                        <p:tgtEl>
                                          <p:spTgt spid="32"/>
                                        </p:tgtEl>
                                        <p:attrNameLst>
                                          <p:attrName>style.visibility</p:attrName>
                                        </p:attrNameLst>
                                      </p:cBhvr>
                                      <p:to>
                                        <p:strVal val="visible"/>
                                      </p:to>
                                    </p:set>
                                    <p:animEffect transition="in" filter="fade">
                                      <p:cBhvr>
                                        <p:cTn id="46" dur="500"/>
                                        <p:tgtEl>
                                          <p:spTgt spid="32"/>
                                        </p:tgtEl>
                                      </p:cBhvr>
                                    </p:animEffect>
                                  </p:childTnLst>
                                </p:cTn>
                              </p:par>
                              <p:par>
                                <p:cTn id="47" presetID="10" presetClass="entr" presetSubtype="0" fill="hold" nodeType="withEffect">
                                  <p:stCondLst>
                                    <p:cond delay="300"/>
                                  </p:stCondLst>
                                  <p:childTnLst>
                                    <p:set>
                                      <p:cBhvr>
                                        <p:cTn id="48" dur="1" fill="hold">
                                          <p:stCondLst>
                                            <p:cond delay="0"/>
                                          </p:stCondLst>
                                        </p:cTn>
                                        <p:tgtEl>
                                          <p:spTgt spid="43"/>
                                        </p:tgtEl>
                                        <p:attrNameLst>
                                          <p:attrName>style.visibility</p:attrName>
                                        </p:attrNameLst>
                                      </p:cBhvr>
                                      <p:to>
                                        <p:strVal val="visible"/>
                                      </p:to>
                                    </p:set>
                                    <p:animEffect transition="in" filter="fade">
                                      <p:cBhvr>
                                        <p:cTn id="49" dur="500"/>
                                        <p:tgtEl>
                                          <p:spTgt spid="43"/>
                                        </p:tgtEl>
                                      </p:cBhvr>
                                    </p:animEffect>
                                  </p:childTnLst>
                                </p:cTn>
                              </p:par>
                              <p:par>
                                <p:cTn id="50" presetID="10" presetClass="entr" presetSubtype="0" fill="hold" grpId="0" nodeType="withEffect">
                                  <p:stCondLst>
                                    <p:cond delay="300"/>
                                  </p:stCondLst>
                                  <p:childTnLst>
                                    <p:set>
                                      <p:cBhvr>
                                        <p:cTn id="51" dur="1" fill="hold">
                                          <p:stCondLst>
                                            <p:cond delay="0"/>
                                          </p:stCondLst>
                                        </p:cTn>
                                        <p:tgtEl>
                                          <p:spTgt spid="29"/>
                                        </p:tgtEl>
                                        <p:attrNameLst>
                                          <p:attrName>style.visibility</p:attrName>
                                        </p:attrNameLst>
                                      </p:cBhvr>
                                      <p:to>
                                        <p:strVal val="visible"/>
                                      </p:to>
                                    </p:set>
                                    <p:animEffect transition="in" filter="fade">
                                      <p:cBhvr>
                                        <p:cTn id="52" dur="500"/>
                                        <p:tgtEl>
                                          <p:spTgt spid="29"/>
                                        </p:tgtEl>
                                      </p:cBhvr>
                                    </p:animEffect>
                                  </p:childTnLst>
                                </p:cTn>
                              </p:par>
                              <p:par>
                                <p:cTn id="53" presetID="10" presetClass="entr" presetSubtype="0" fill="hold" grpId="0" nodeType="withEffect">
                                  <p:stCondLst>
                                    <p:cond delay="300"/>
                                  </p:stCondLst>
                                  <p:childTnLst>
                                    <p:set>
                                      <p:cBhvr>
                                        <p:cTn id="54" dur="1" fill="hold">
                                          <p:stCondLst>
                                            <p:cond delay="0"/>
                                          </p:stCondLst>
                                        </p:cTn>
                                        <p:tgtEl>
                                          <p:spTgt spid="30"/>
                                        </p:tgtEl>
                                        <p:attrNameLst>
                                          <p:attrName>style.visibility</p:attrName>
                                        </p:attrNameLst>
                                      </p:cBhvr>
                                      <p:to>
                                        <p:strVal val="visible"/>
                                      </p:to>
                                    </p:set>
                                    <p:animEffect transition="in" filter="fade">
                                      <p:cBhvr>
                                        <p:cTn id="55" dur="500"/>
                                        <p:tgtEl>
                                          <p:spTgt spid="30"/>
                                        </p:tgtEl>
                                      </p:cBhvr>
                                    </p:animEffect>
                                  </p:childTnLst>
                                </p:cTn>
                              </p:par>
                              <p:par>
                                <p:cTn id="56" presetID="10" presetClass="entr" presetSubtype="0" fill="hold" grpId="0" nodeType="withEffect">
                                  <p:stCondLst>
                                    <p:cond delay="600"/>
                                  </p:stCondLst>
                                  <p:childTnLst>
                                    <p:set>
                                      <p:cBhvr>
                                        <p:cTn id="57" dur="1" fill="hold">
                                          <p:stCondLst>
                                            <p:cond delay="0"/>
                                          </p:stCondLst>
                                        </p:cTn>
                                        <p:tgtEl>
                                          <p:spTgt spid="22"/>
                                        </p:tgtEl>
                                        <p:attrNameLst>
                                          <p:attrName>style.visibility</p:attrName>
                                        </p:attrNameLst>
                                      </p:cBhvr>
                                      <p:to>
                                        <p:strVal val="visible"/>
                                      </p:to>
                                    </p:set>
                                    <p:animEffect transition="in" filter="fade">
                                      <p:cBhvr>
                                        <p:cTn id="58"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4" grpId="0"/>
      <p:bldP spid="6" grpId="0" animBg="1"/>
      <p:bldP spid="38" grpId="0" animBg="1"/>
      <p:bldP spid="25" grpId="0"/>
      <p:bldP spid="26" grpId="0"/>
      <p:bldP spid="23" grpId="0" animBg="1"/>
      <p:bldP spid="35" grpId="0" animBg="1"/>
      <p:bldP spid="27" grpId="0"/>
      <p:bldP spid="28" grpId="0"/>
      <p:bldP spid="24" grpId="0" animBg="1"/>
      <p:bldP spid="32" grpId="0" animBg="1"/>
      <p:bldP spid="29" grpId="0"/>
      <p:bldP spid="30" grpId="0"/>
      <p:bldP spid="22"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4077C9-ECB1-28A2-1418-955BC0E64BFB}"/>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0FE0D6F5-26B9-84F6-7E16-446C18B2EAB6}"/>
              </a:ext>
            </a:extLst>
          </p:cNvPr>
          <p:cNvSpPr>
            <a:spLocks noGrp="1"/>
          </p:cNvSpPr>
          <p:nvPr>
            <p:ph type="title"/>
          </p:nvPr>
        </p:nvSpPr>
        <p:spPr>
          <a:xfrm>
            <a:off x="588963" y="2592630"/>
            <a:ext cx="4127500" cy="677108"/>
          </a:xfrm>
        </p:spPr>
        <p:txBody>
          <a:bodyPr vert="horz" wrap="square" lIns="0" tIns="0" rIns="0" bIns="0" rtlCol="0" anchor="b">
            <a:spAutoFit/>
          </a:bodyPr>
          <a:lstStyle/>
          <a:p>
            <a:r>
              <a:rPr lang="en-CA" sz="4400" dirty="0"/>
              <a:t>Ready to build?</a:t>
            </a:r>
            <a:endParaRPr lang="en-US" sz="4400" dirty="0"/>
          </a:p>
        </p:txBody>
      </p:sp>
      <p:sp>
        <p:nvSpPr>
          <p:cNvPr id="6" name="TextBox 5">
            <a:extLst>
              <a:ext uri="{FF2B5EF4-FFF2-40B4-BE49-F238E27FC236}">
                <a16:creationId xmlns:a16="http://schemas.microsoft.com/office/drawing/2014/main" id="{0604D0C6-56D6-3A3C-3CEF-8A4BC9F491D0}"/>
              </a:ext>
            </a:extLst>
          </p:cNvPr>
          <p:cNvSpPr txBox="1"/>
          <p:nvPr/>
        </p:nvSpPr>
        <p:spPr>
          <a:xfrm>
            <a:off x="603504" y="3558059"/>
            <a:ext cx="4343634" cy="689420"/>
          </a:xfrm>
          <a:prstGeom prst="rect">
            <a:avLst/>
          </a:prstGeom>
          <a:noFill/>
        </p:spPr>
        <p:txBody>
          <a:bodyPr wrap="square" lIns="0" tIns="36576" rIns="36576" bIns="36576" anchor="t">
            <a:spAutoFit/>
          </a:bodyPr>
          <a:lstStyle/>
          <a:p>
            <a:r>
              <a:rPr sz="2000" b="1" dirty="0">
                <a:ln w="3175">
                  <a:noFill/>
                </a:ln>
                <a:gradFill flip="none" rotWithShape="1">
                  <a:gsLst>
                    <a:gs pos="0">
                      <a:srgbClr val="175B9C"/>
                    </a:gs>
                    <a:gs pos="100000">
                      <a:srgbClr val="87ADA2"/>
                    </a:gs>
                    <a:gs pos="50000">
                      <a:srgbClr val="0078D4"/>
                    </a:gs>
                  </a:gsLst>
                  <a:path path="circle">
                    <a:fillToRect t="100000" r="100000"/>
                  </a:path>
                  <a:tileRect l="-100000" b="-100000"/>
                </a:gradFill>
                <a:latin typeface="Segoe UI Semibold" panose="020B0502040204020203" pitchFamily="34" charset="0"/>
                <a:cs typeface="Segoe UI" pitchFamily="34" charset="0"/>
              </a:rPr>
              <a:t>Open the Foundry Toolkit in VS Code and start with Lab 1.</a:t>
            </a:r>
          </a:p>
        </p:txBody>
      </p:sp>
      <p:sp>
        <p:nvSpPr>
          <p:cNvPr id="5" name="!!container">
            <a:extLst>
              <a:ext uri="{FF2B5EF4-FFF2-40B4-BE49-F238E27FC236}">
                <a16:creationId xmlns:a16="http://schemas.microsoft.com/office/drawing/2014/main" id="{FB5093F4-06C0-3C7A-8884-261D19685441}"/>
              </a:ext>
              <a:ext uri="{C183D7F6-B498-43B3-948B-1728B52AA6E4}">
                <adec:decorative xmlns:adec="http://schemas.microsoft.com/office/drawing/2017/decorative" val="1"/>
              </a:ext>
            </a:extLst>
          </p:cNvPr>
          <p:cNvSpPr>
            <a:spLocks/>
          </p:cNvSpPr>
          <p:nvPr/>
        </p:nvSpPr>
        <p:spPr bwMode="auto">
          <a:xfrm>
            <a:off x="6501118" y="961293"/>
            <a:ext cx="5108269" cy="5050852"/>
          </a:xfrm>
          <a:prstGeom prst="roundRect">
            <a:avLst>
              <a:gd name="adj" fmla="val 8043"/>
            </a:avLst>
          </a:prstGeom>
          <a:solidFill>
            <a:srgbClr val="194449">
              <a:alpha val="10000"/>
            </a:srgbClr>
          </a:solidFill>
        </p:spPr>
        <p:txBody>
          <a:bodyPr wrap="square" lIns="0" tIns="0" rIns="0" bIns="45720" rtlCol="0" anchor="ctr" anchorCtr="0">
            <a:noAutofit/>
          </a:bodyPr>
          <a:lstStyle/>
          <a:p>
            <a:pPr algn="ctr" defTabSz="2275850" fontAlgn="base">
              <a:spcBef>
                <a:spcPts val="200"/>
              </a:spcBef>
              <a:spcAft>
                <a:spcPct val="0"/>
              </a:spcAft>
              <a:tabLst>
                <a:tab pos="3701239" algn="l"/>
              </a:tabLst>
            </a:pPr>
            <a:endParaRPr lang="en-US" sz="1765" b="1">
              <a:ln w="3175">
                <a:noFill/>
              </a:ln>
              <a:gradFill>
                <a:gsLst>
                  <a:gs pos="22936">
                    <a:schemeClr val="tx1"/>
                  </a:gs>
                  <a:gs pos="38000">
                    <a:schemeClr val="tx1"/>
                  </a:gs>
                </a:gsLst>
                <a:path path="circle">
                  <a:fillToRect l="100000" t="100000"/>
                </a:path>
              </a:gradFill>
              <a:latin typeface="Segoe UI Semibold" panose="020B0502040204020203" pitchFamily="34" charset="0"/>
              <a:cs typeface="Segoe UI" pitchFamily="34" charset="0"/>
            </a:endParaRPr>
          </a:p>
        </p:txBody>
      </p:sp>
      <p:sp>
        <p:nvSpPr>
          <p:cNvPr id="13" name="Rectangle: Rounded Corners 7">
            <a:extLst>
              <a:ext uri="{FF2B5EF4-FFF2-40B4-BE49-F238E27FC236}">
                <a16:creationId xmlns:a16="http://schemas.microsoft.com/office/drawing/2014/main" id="{EA32C4E1-F16A-19AC-1F03-187AE7E26B6B}"/>
              </a:ext>
              <a:ext uri="{C183D7F6-B498-43B3-948B-1728B52AA6E4}">
                <adec:decorative xmlns:adec="http://schemas.microsoft.com/office/drawing/2017/decorative" val="0"/>
              </a:ext>
            </a:extLst>
          </p:cNvPr>
          <p:cNvSpPr/>
          <p:nvPr/>
        </p:nvSpPr>
        <p:spPr bwMode="auto">
          <a:xfrm>
            <a:off x="6940375" y="1718048"/>
            <a:ext cx="2209941" cy="481298"/>
          </a:xfrm>
          <a:prstGeom prst="roundRect">
            <a:avLst>
              <a:gd name="adj" fmla="val 36134"/>
            </a:avLst>
          </a:prstGeom>
          <a:gradFill>
            <a:gsLst>
              <a:gs pos="0">
                <a:srgbClr val="7FC0E6"/>
              </a:gs>
              <a:gs pos="100000">
                <a:srgbClr val="B9DCD2"/>
              </a:gs>
              <a:gs pos="35000">
                <a:srgbClr val="8DC8E8"/>
              </a:gs>
            </a:gsLst>
            <a:path path="circle">
              <a:fillToRect r="100000" b="100000"/>
            </a:path>
          </a:gradFill>
        </p:spPr>
        <p:txBody>
          <a:bodyPr wrap="none" lIns="137160" tIns="18288" rIns="137160" bIns="54864" rtlCol="0">
            <a:spAutoFit/>
          </a:bodyPr>
          <a:lstStyle>
            <a:defPPr>
              <a:defRPr lang="en-US"/>
            </a:defPPr>
            <a:lvl1pPr marL="0" algn="l" defTabSz="717626" rtl="0" eaLnBrk="1" latinLnBrk="0" hangingPunct="1">
              <a:defRPr sz="1413" kern="1200">
                <a:solidFill>
                  <a:schemeClr val="tx1"/>
                </a:solidFill>
                <a:latin typeface="+mn-lt"/>
                <a:ea typeface="+mn-ea"/>
                <a:cs typeface="+mn-cs"/>
              </a:defRPr>
            </a:lvl1pPr>
            <a:lvl2pPr marL="358814" algn="l" defTabSz="717626" rtl="0" eaLnBrk="1" latinLnBrk="0" hangingPunct="1">
              <a:defRPr sz="1413" kern="1200">
                <a:solidFill>
                  <a:schemeClr val="tx1"/>
                </a:solidFill>
                <a:latin typeface="+mn-lt"/>
                <a:ea typeface="+mn-ea"/>
                <a:cs typeface="+mn-cs"/>
              </a:defRPr>
            </a:lvl2pPr>
            <a:lvl3pPr marL="717626" algn="l" defTabSz="717626" rtl="0" eaLnBrk="1" latinLnBrk="0" hangingPunct="1">
              <a:defRPr sz="1413" kern="1200">
                <a:solidFill>
                  <a:schemeClr val="tx1"/>
                </a:solidFill>
                <a:latin typeface="+mn-lt"/>
                <a:ea typeface="+mn-ea"/>
                <a:cs typeface="+mn-cs"/>
              </a:defRPr>
            </a:lvl3pPr>
            <a:lvl4pPr marL="1076440" algn="l" defTabSz="717626" rtl="0" eaLnBrk="1" latinLnBrk="0" hangingPunct="1">
              <a:defRPr sz="1413" kern="1200">
                <a:solidFill>
                  <a:schemeClr val="tx1"/>
                </a:solidFill>
                <a:latin typeface="+mn-lt"/>
                <a:ea typeface="+mn-ea"/>
                <a:cs typeface="+mn-cs"/>
              </a:defRPr>
            </a:lvl4pPr>
            <a:lvl5pPr marL="1435252" algn="l" defTabSz="717626" rtl="0" eaLnBrk="1" latinLnBrk="0" hangingPunct="1">
              <a:defRPr sz="1413" kern="1200">
                <a:solidFill>
                  <a:schemeClr val="tx1"/>
                </a:solidFill>
                <a:latin typeface="+mn-lt"/>
                <a:ea typeface="+mn-ea"/>
                <a:cs typeface="+mn-cs"/>
              </a:defRPr>
            </a:lvl5pPr>
            <a:lvl6pPr marL="1794066" algn="l" defTabSz="717626" rtl="0" eaLnBrk="1" latinLnBrk="0" hangingPunct="1">
              <a:defRPr sz="1413" kern="1200">
                <a:solidFill>
                  <a:schemeClr val="tx1"/>
                </a:solidFill>
                <a:latin typeface="+mn-lt"/>
                <a:ea typeface="+mn-ea"/>
                <a:cs typeface="+mn-cs"/>
              </a:defRPr>
            </a:lvl6pPr>
            <a:lvl7pPr marL="2152877" algn="l" defTabSz="717626" rtl="0" eaLnBrk="1" latinLnBrk="0" hangingPunct="1">
              <a:defRPr sz="1413" kern="1200">
                <a:solidFill>
                  <a:schemeClr val="tx1"/>
                </a:solidFill>
                <a:latin typeface="+mn-lt"/>
                <a:ea typeface="+mn-ea"/>
                <a:cs typeface="+mn-cs"/>
              </a:defRPr>
            </a:lvl7pPr>
            <a:lvl8pPr marL="2511691" algn="l" defTabSz="717626" rtl="0" eaLnBrk="1" latinLnBrk="0" hangingPunct="1">
              <a:defRPr sz="1413" kern="1200">
                <a:solidFill>
                  <a:schemeClr val="tx1"/>
                </a:solidFill>
                <a:latin typeface="+mn-lt"/>
                <a:ea typeface="+mn-ea"/>
                <a:cs typeface="+mn-cs"/>
              </a:defRPr>
            </a:lvl8pPr>
            <a:lvl9pPr marL="2870503" algn="l" defTabSz="717626" rtl="0" eaLnBrk="1" latinLnBrk="0" hangingPunct="1">
              <a:defRPr sz="1413" kern="1200">
                <a:solidFill>
                  <a:schemeClr val="tx1"/>
                </a:solidFill>
                <a:latin typeface="+mn-lt"/>
                <a:ea typeface="+mn-ea"/>
                <a:cs typeface="+mn-cs"/>
              </a:defRPr>
            </a:lvl9pPr>
          </a:lstStyle>
          <a:p>
            <a:pPr algn="ctr" defTabSz="914437" fontAlgn="base">
              <a:spcBef>
                <a:spcPct val="0"/>
              </a:spcBef>
              <a:spcAft>
                <a:spcPct val="0"/>
              </a:spcAft>
              <a:tabLst>
                <a:tab pos="1487158" algn="l"/>
              </a:tabLst>
            </a:pPr>
            <a:r>
              <a:rPr lang="en-US" sz="2000" b="1" dirty="0">
                <a:ln w="3175">
                  <a:noFill/>
                </a:ln>
                <a:latin typeface="Segoe UI Semibold" panose="020B0502040204020203" pitchFamily="34" charset="0"/>
                <a:cs typeface="Segoe UI" pitchFamily="34" charset="0"/>
              </a:rPr>
              <a:t>Resource center</a:t>
            </a:r>
          </a:p>
        </p:txBody>
      </p:sp>
      <p:sp>
        <p:nvSpPr>
          <p:cNvPr id="10" name="TextBox 9">
            <a:extLst>
              <a:ext uri="{FF2B5EF4-FFF2-40B4-BE49-F238E27FC236}">
                <a16:creationId xmlns:a16="http://schemas.microsoft.com/office/drawing/2014/main" id="{F9EAAAFB-301E-EC52-12DA-C867E5028DB3}"/>
              </a:ext>
            </a:extLst>
          </p:cNvPr>
          <p:cNvSpPr txBox="1"/>
          <p:nvPr/>
        </p:nvSpPr>
        <p:spPr>
          <a:xfrm>
            <a:off x="6977794" y="2379097"/>
            <a:ext cx="4262387" cy="350865"/>
          </a:xfrm>
          <a:prstGeom prst="rect">
            <a:avLst/>
          </a:prstGeom>
          <a:noFill/>
        </p:spPr>
        <p:txBody>
          <a:bodyPr wrap="square" lIns="36576" tIns="36576" rIns="36576" bIns="36576" anchor="t">
            <a:spAutoFit/>
          </a:bodyPr>
          <a:lstStyle/>
          <a:p>
            <a:pPr>
              <a:spcBef>
                <a:spcPts val="1000"/>
              </a:spcBef>
            </a:pPr>
            <a:r>
              <a:rPr dirty="0">
                <a:gradFill>
                  <a:gsLst>
                    <a:gs pos="21101">
                      <a:srgbClr val="000000"/>
                    </a:gs>
                    <a:gs pos="31193">
                      <a:srgbClr val="000000"/>
                    </a:gs>
                  </a:gsLst>
                  <a:path path="circle">
                    <a:fillToRect l="100000" t="100000"/>
                  </a:path>
                </a:gradFill>
                <a:latin typeface="+mj-lt"/>
                <a:cs typeface="Segoe Sans Display Semibold" pitchFamily="2" charset="0"/>
                <a:hlinkClick r:id="rId3">
                  <a:extLst>
                    <a:ext uri="{A12FA001-AC4F-418D-AE19-62706E023703}">
                      <ahyp:hlinkClr xmlns:ahyp="http://schemas.microsoft.com/office/drawing/2018/hyperlinkcolor" val="tx"/>
                    </a:ext>
                  </a:extLst>
                </a:hlinkClick>
              </a:rPr>
              <a:t>aka.ms/aitour27-resource-center</a:t>
            </a:r>
            <a:endParaRPr dirty="0">
              <a:gradFill>
                <a:gsLst>
                  <a:gs pos="21101">
                    <a:srgbClr val="000000"/>
                  </a:gs>
                  <a:gs pos="31193">
                    <a:srgbClr val="000000"/>
                  </a:gs>
                </a:gsLst>
                <a:path path="circle">
                  <a:fillToRect l="100000" t="100000"/>
                </a:path>
              </a:gradFill>
              <a:latin typeface="+mj-lt"/>
              <a:cs typeface="Segoe Sans Display Semibold" pitchFamily="2" charset="0"/>
            </a:endParaRPr>
          </a:p>
        </p:txBody>
      </p:sp>
      <p:cxnSp>
        <p:nvCxnSpPr>
          <p:cNvPr id="7" name="Straight Connector 6">
            <a:extLst>
              <a:ext uri="{FF2B5EF4-FFF2-40B4-BE49-F238E27FC236}">
                <a16:creationId xmlns:a16="http://schemas.microsoft.com/office/drawing/2014/main" id="{EC4FDEE4-3C5A-E9DA-3A00-62D79BF7B8C7}"/>
              </a:ext>
              <a:ext uri="{C183D7F6-B498-43B3-948B-1728B52AA6E4}">
                <adec:decorative xmlns:adec="http://schemas.microsoft.com/office/drawing/2017/decorative" val="1"/>
              </a:ext>
            </a:extLst>
          </p:cNvPr>
          <p:cNvCxnSpPr>
            <a:cxnSpLocks/>
          </p:cNvCxnSpPr>
          <p:nvPr/>
        </p:nvCxnSpPr>
        <p:spPr>
          <a:xfrm>
            <a:off x="7004852" y="3486719"/>
            <a:ext cx="4208271" cy="0"/>
          </a:xfrm>
          <a:prstGeom prst="line">
            <a:avLst/>
          </a:prstGeom>
          <a:ln w="19050" cap="rnd">
            <a:solidFill>
              <a:schemeClr val="tx1">
                <a:alpha val="50000"/>
              </a:schemeClr>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sp>
        <p:nvSpPr>
          <p:cNvPr id="14" name="Rectangle: Rounded Corners 7">
            <a:extLst>
              <a:ext uri="{FF2B5EF4-FFF2-40B4-BE49-F238E27FC236}">
                <a16:creationId xmlns:a16="http://schemas.microsoft.com/office/drawing/2014/main" id="{CD375C19-3AB3-F1A7-B464-7210C4C3C84D}"/>
              </a:ext>
              <a:ext uri="{C183D7F6-B498-43B3-948B-1728B52AA6E4}">
                <adec:decorative xmlns:adec="http://schemas.microsoft.com/office/drawing/2017/decorative" val="0"/>
              </a:ext>
            </a:extLst>
          </p:cNvPr>
          <p:cNvSpPr/>
          <p:nvPr/>
        </p:nvSpPr>
        <p:spPr bwMode="auto">
          <a:xfrm>
            <a:off x="6940375" y="4117591"/>
            <a:ext cx="1727906" cy="481298"/>
          </a:xfrm>
          <a:prstGeom prst="roundRect">
            <a:avLst>
              <a:gd name="adj" fmla="val 36134"/>
            </a:avLst>
          </a:prstGeom>
          <a:gradFill>
            <a:gsLst>
              <a:gs pos="0">
                <a:srgbClr val="7FC0E6"/>
              </a:gs>
              <a:gs pos="100000">
                <a:srgbClr val="B9DCD2"/>
              </a:gs>
              <a:gs pos="35000">
                <a:srgbClr val="8DC8E8"/>
              </a:gs>
            </a:gsLst>
            <a:path path="circle">
              <a:fillToRect r="100000" b="100000"/>
            </a:path>
          </a:gradFill>
        </p:spPr>
        <p:txBody>
          <a:bodyPr wrap="none" lIns="137160" tIns="18288" rIns="137160" bIns="54864" rtlCol="0">
            <a:spAutoFit/>
          </a:bodyPr>
          <a:lstStyle>
            <a:defPPr>
              <a:defRPr lang="en-US"/>
            </a:defPPr>
            <a:lvl1pPr marL="0" algn="l" defTabSz="717626" rtl="0" eaLnBrk="1" latinLnBrk="0" hangingPunct="1">
              <a:defRPr sz="1413" kern="1200">
                <a:solidFill>
                  <a:schemeClr val="tx1"/>
                </a:solidFill>
                <a:latin typeface="+mn-lt"/>
                <a:ea typeface="+mn-ea"/>
                <a:cs typeface="+mn-cs"/>
              </a:defRPr>
            </a:lvl1pPr>
            <a:lvl2pPr marL="358814" algn="l" defTabSz="717626" rtl="0" eaLnBrk="1" latinLnBrk="0" hangingPunct="1">
              <a:defRPr sz="1413" kern="1200">
                <a:solidFill>
                  <a:schemeClr val="tx1"/>
                </a:solidFill>
                <a:latin typeface="+mn-lt"/>
                <a:ea typeface="+mn-ea"/>
                <a:cs typeface="+mn-cs"/>
              </a:defRPr>
            </a:lvl2pPr>
            <a:lvl3pPr marL="717626" algn="l" defTabSz="717626" rtl="0" eaLnBrk="1" latinLnBrk="0" hangingPunct="1">
              <a:defRPr sz="1413" kern="1200">
                <a:solidFill>
                  <a:schemeClr val="tx1"/>
                </a:solidFill>
                <a:latin typeface="+mn-lt"/>
                <a:ea typeface="+mn-ea"/>
                <a:cs typeface="+mn-cs"/>
              </a:defRPr>
            </a:lvl3pPr>
            <a:lvl4pPr marL="1076440" algn="l" defTabSz="717626" rtl="0" eaLnBrk="1" latinLnBrk="0" hangingPunct="1">
              <a:defRPr sz="1413" kern="1200">
                <a:solidFill>
                  <a:schemeClr val="tx1"/>
                </a:solidFill>
                <a:latin typeface="+mn-lt"/>
                <a:ea typeface="+mn-ea"/>
                <a:cs typeface="+mn-cs"/>
              </a:defRPr>
            </a:lvl4pPr>
            <a:lvl5pPr marL="1435252" algn="l" defTabSz="717626" rtl="0" eaLnBrk="1" latinLnBrk="0" hangingPunct="1">
              <a:defRPr sz="1413" kern="1200">
                <a:solidFill>
                  <a:schemeClr val="tx1"/>
                </a:solidFill>
                <a:latin typeface="+mn-lt"/>
                <a:ea typeface="+mn-ea"/>
                <a:cs typeface="+mn-cs"/>
              </a:defRPr>
            </a:lvl5pPr>
            <a:lvl6pPr marL="1794066" algn="l" defTabSz="717626" rtl="0" eaLnBrk="1" latinLnBrk="0" hangingPunct="1">
              <a:defRPr sz="1413" kern="1200">
                <a:solidFill>
                  <a:schemeClr val="tx1"/>
                </a:solidFill>
                <a:latin typeface="+mn-lt"/>
                <a:ea typeface="+mn-ea"/>
                <a:cs typeface="+mn-cs"/>
              </a:defRPr>
            </a:lvl6pPr>
            <a:lvl7pPr marL="2152877" algn="l" defTabSz="717626" rtl="0" eaLnBrk="1" latinLnBrk="0" hangingPunct="1">
              <a:defRPr sz="1413" kern="1200">
                <a:solidFill>
                  <a:schemeClr val="tx1"/>
                </a:solidFill>
                <a:latin typeface="+mn-lt"/>
                <a:ea typeface="+mn-ea"/>
                <a:cs typeface="+mn-cs"/>
              </a:defRPr>
            </a:lvl7pPr>
            <a:lvl8pPr marL="2511691" algn="l" defTabSz="717626" rtl="0" eaLnBrk="1" latinLnBrk="0" hangingPunct="1">
              <a:defRPr sz="1413" kern="1200">
                <a:solidFill>
                  <a:schemeClr val="tx1"/>
                </a:solidFill>
                <a:latin typeface="+mn-lt"/>
                <a:ea typeface="+mn-ea"/>
                <a:cs typeface="+mn-cs"/>
              </a:defRPr>
            </a:lvl8pPr>
            <a:lvl9pPr marL="2870503" algn="l" defTabSz="717626" rtl="0" eaLnBrk="1" latinLnBrk="0" hangingPunct="1">
              <a:defRPr sz="1413" kern="1200">
                <a:solidFill>
                  <a:schemeClr val="tx1"/>
                </a:solidFill>
                <a:latin typeface="+mn-lt"/>
                <a:ea typeface="+mn-ea"/>
                <a:cs typeface="+mn-cs"/>
              </a:defRPr>
            </a:lvl9pPr>
          </a:lstStyle>
          <a:p>
            <a:pPr algn="ctr" defTabSz="914437" fontAlgn="base">
              <a:spcBef>
                <a:spcPct val="0"/>
              </a:spcBef>
              <a:spcAft>
                <a:spcPct val="0"/>
              </a:spcAft>
              <a:tabLst>
                <a:tab pos="1487158" algn="l"/>
              </a:tabLst>
            </a:pPr>
            <a:r>
              <a:rPr lang="en-US" sz="2000" b="1" dirty="0">
                <a:ln w="3175">
                  <a:noFill/>
                </a:ln>
                <a:latin typeface="Segoe UI Semibold" panose="020B0502040204020203" pitchFamily="34" charset="0"/>
                <a:cs typeface="Segoe UI" pitchFamily="34" charset="0"/>
              </a:rPr>
              <a:t>Community</a:t>
            </a:r>
          </a:p>
        </p:txBody>
      </p:sp>
      <p:sp>
        <p:nvSpPr>
          <p:cNvPr id="12" name="TextBox 11">
            <a:extLst>
              <a:ext uri="{FF2B5EF4-FFF2-40B4-BE49-F238E27FC236}">
                <a16:creationId xmlns:a16="http://schemas.microsoft.com/office/drawing/2014/main" id="{57922ABD-5B33-FDA3-654C-668E1DCFB94E}"/>
              </a:ext>
            </a:extLst>
          </p:cNvPr>
          <p:cNvSpPr txBox="1"/>
          <p:nvPr/>
        </p:nvSpPr>
        <p:spPr>
          <a:xfrm>
            <a:off x="6914740" y="4753408"/>
            <a:ext cx="3659475" cy="627864"/>
          </a:xfrm>
          <a:prstGeom prst="rect">
            <a:avLst/>
          </a:prstGeom>
          <a:noFill/>
        </p:spPr>
        <p:txBody>
          <a:bodyPr wrap="square" lIns="36576" tIns="36576" rIns="36576" bIns="36576" anchor="t">
            <a:spAutoFit/>
          </a:bodyPr>
          <a:lstStyle/>
          <a:p>
            <a:pPr>
              <a:spcBef>
                <a:spcPts val="1000"/>
              </a:spcBef>
            </a:pPr>
            <a:r>
              <a:rPr dirty="0">
                <a:gradFill>
                  <a:gsLst>
                    <a:gs pos="21101">
                      <a:srgbClr val="000000"/>
                    </a:gs>
                    <a:gs pos="31193">
                      <a:srgbClr val="000000"/>
                    </a:gs>
                  </a:gsLst>
                  <a:path path="circle">
                    <a:fillToRect l="100000" t="100000"/>
                  </a:path>
                </a:gradFill>
                <a:latin typeface="+mj-lt"/>
                <a:cs typeface="Segoe Sans Display Semibold" pitchFamily="2" charset="0"/>
                <a:hlinkClick r:id="rId4">
                  <a:extLst>
                    <a:ext uri="{A12FA001-AC4F-418D-AE19-62706E023703}">
                      <ahyp:hlinkClr xmlns:ahyp="http://schemas.microsoft.com/office/drawing/2018/hyperlinkcolor" val="tx"/>
                    </a:ext>
                  </a:extLst>
                </a:hlinkClick>
              </a:rPr>
              <a:t>aka.ms/MicrosoftFoundryDiscord-AITour27</a:t>
            </a:r>
            <a:endParaRPr dirty="0">
              <a:gradFill>
                <a:gsLst>
                  <a:gs pos="21101">
                    <a:srgbClr val="000000"/>
                  </a:gs>
                  <a:gs pos="31193">
                    <a:srgbClr val="000000"/>
                  </a:gs>
                </a:gsLst>
                <a:path path="circle">
                  <a:fillToRect l="100000" t="100000"/>
                </a:path>
              </a:gradFill>
              <a:latin typeface="+mj-lt"/>
              <a:cs typeface="Segoe Sans Display Semibold" pitchFamily="2" charset="0"/>
            </a:endParaRPr>
          </a:p>
        </p:txBody>
      </p:sp>
    </p:spTree>
    <p:extLst>
      <p:ext uri="{BB962C8B-B14F-4D97-AF65-F5344CB8AC3E}">
        <p14:creationId xmlns:p14="http://schemas.microsoft.com/office/powerpoint/2010/main" val="3625117567"/>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par>
                                <p:cTn id="11" presetID="10" presetClass="entr" presetSubtype="0" fill="hold" grpId="0" nodeType="withEffect">
                                  <p:stCondLst>
                                    <p:cond delay="10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childTnLst>
                                </p:cTn>
                              </p:par>
                              <p:par>
                                <p:cTn id="14" presetID="10" presetClass="entr" presetSubtype="0" fill="hold" grpId="0" nodeType="withEffect">
                                  <p:stCondLst>
                                    <p:cond delay="10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500"/>
                                        <p:tgtEl>
                                          <p:spTgt spid="13"/>
                                        </p:tgtEl>
                                      </p:cBhvr>
                                    </p:animEffect>
                                  </p:childTnLst>
                                </p:cTn>
                              </p:par>
                              <p:par>
                                <p:cTn id="17" presetID="10" presetClass="entr" presetSubtype="0" fill="hold" grpId="0" nodeType="withEffect">
                                  <p:stCondLst>
                                    <p:cond delay="100"/>
                                  </p:stCondLst>
                                  <p:childTnLst>
                                    <p:set>
                                      <p:cBhvr>
                                        <p:cTn id="18" dur="1" fill="hold">
                                          <p:stCondLst>
                                            <p:cond delay="0"/>
                                          </p:stCondLst>
                                        </p:cTn>
                                        <p:tgtEl>
                                          <p:spTgt spid="10"/>
                                        </p:tgtEl>
                                        <p:attrNameLst>
                                          <p:attrName>style.visibility</p:attrName>
                                        </p:attrNameLst>
                                      </p:cBhvr>
                                      <p:to>
                                        <p:strVal val="visible"/>
                                      </p:to>
                                    </p:set>
                                    <p:animEffect transition="in" filter="fade">
                                      <p:cBhvr>
                                        <p:cTn id="19" dur="500"/>
                                        <p:tgtEl>
                                          <p:spTgt spid="10"/>
                                        </p:tgtEl>
                                      </p:cBhvr>
                                    </p:animEffect>
                                  </p:childTnLst>
                                </p:cTn>
                              </p:par>
                              <p:par>
                                <p:cTn id="20" presetID="10" presetClass="entr" presetSubtype="0" fill="hold" nodeType="withEffect">
                                  <p:stCondLst>
                                    <p:cond delay="10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00"/>
                                        <p:tgtEl>
                                          <p:spTgt spid="7"/>
                                        </p:tgtEl>
                                      </p:cBhvr>
                                    </p:animEffect>
                                  </p:childTnLst>
                                </p:cTn>
                              </p:par>
                              <p:par>
                                <p:cTn id="23" presetID="10" presetClass="entr" presetSubtype="0" fill="hold" grpId="0" nodeType="withEffect">
                                  <p:stCondLst>
                                    <p:cond delay="100"/>
                                  </p:stCondLst>
                                  <p:childTnLst>
                                    <p:set>
                                      <p:cBhvr>
                                        <p:cTn id="24" dur="1" fill="hold">
                                          <p:stCondLst>
                                            <p:cond delay="0"/>
                                          </p:stCondLst>
                                        </p:cTn>
                                        <p:tgtEl>
                                          <p:spTgt spid="14"/>
                                        </p:tgtEl>
                                        <p:attrNameLst>
                                          <p:attrName>style.visibility</p:attrName>
                                        </p:attrNameLst>
                                      </p:cBhvr>
                                      <p:to>
                                        <p:strVal val="visible"/>
                                      </p:to>
                                    </p:set>
                                    <p:animEffect transition="in" filter="fade">
                                      <p:cBhvr>
                                        <p:cTn id="25" dur="500"/>
                                        <p:tgtEl>
                                          <p:spTgt spid="14"/>
                                        </p:tgtEl>
                                      </p:cBhvr>
                                    </p:animEffect>
                                  </p:childTnLst>
                                </p:cTn>
                              </p:par>
                              <p:par>
                                <p:cTn id="26" presetID="10" presetClass="entr" presetSubtype="0" fill="hold" grpId="0" nodeType="withEffect">
                                  <p:stCondLst>
                                    <p:cond delay="10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6" grpId="0"/>
      <p:bldP spid="5" grpId="0" animBg="1"/>
      <p:bldP spid="13" grpId="0" animBg="1"/>
      <p:bldP spid="10" grpId="0"/>
      <p:bldP spid="14" grpId="0" animBg="1"/>
      <p:bldP spid="12" grpId="0"/>
    </p:bldLst>
  </p:timing>
</p:sld>
</file>

<file path=ppt/theme/theme1.xml><?xml version="1.0" encoding="utf-8"?>
<a:theme xmlns:a="http://schemas.openxmlformats.org/drawingml/2006/main" name="Microsoft AI Tour FY27 Light">
  <a:themeElements>
    <a:clrScheme name="Custom 103">
      <a:dk1>
        <a:srgbClr val="000000"/>
      </a:dk1>
      <a:lt1>
        <a:srgbClr val="FFFFFF"/>
      </a:lt1>
      <a:dk2>
        <a:srgbClr val="2A446F"/>
      </a:dk2>
      <a:lt2>
        <a:srgbClr val="E8E6DF"/>
      </a:lt2>
      <a:accent1>
        <a:srgbClr val="0078D4"/>
      </a:accent1>
      <a:accent2>
        <a:srgbClr val="8661C5"/>
      </a:accent2>
      <a:accent3>
        <a:srgbClr val="2A446F"/>
      </a:accent3>
      <a:accent4>
        <a:srgbClr val="8C8279"/>
      </a:accent4>
      <a:accent5>
        <a:srgbClr val="49C5B1"/>
      </a:accent5>
      <a:accent6>
        <a:srgbClr val="B1B3B3"/>
      </a:accent6>
      <a:hlink>
        <a:srgbClr val="0078D4"/>
      </a:hlink>
      <a:folHlink>
        <a:srgbClr val="8661C5"/>
      </a:folHlink>
    </a:clrScheme>
    <a:fontScheme name="Microsoft 2019 Brand Templates">
      <a:majorFont>
        <a:latin typeface="Segoe UI Semibold"/>
        <a:ea typeface=""/>
        <a:cs typeface=""/>
      </a:majorFont>
      <a:minorFont>
        <a:latin typeface="Segoe UI"/>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algn="l" defTabSz="932472" fontAlgn="base">
          <a:spcBef>
            <a:spcPct val="0"/>
          </a:spcBef>
          <a:spcAft>
            <a:spcPct val="0"/>
          </a:spcAft>
          <a:defRPr sz="2000" dirty="0" err="1" smtClean="0">
            <a:solidFill>
              <a:srgbClr val="FFFFFF"/>
            </a:soli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w="lg" len="med"/>
          <a:tailEnd type="none" w="lg" len="med"/>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sz="2000" dirty="0" err="1" smtClean="0"/>
        </a:defPPr>
      </a:lstStyle>
    </a:txDef>
  </a:objectDefaults>
  <a:extraClrSchemeLst/>
  <a:custClrLst>
    <a:custClr name="Light Brown">
      <a:srgbClr val="E1D3C7"/>
    </a:custClr>
    <a:custClr name="Light Yellow">
      <a:srgbClr val="FFE399"/>
    </a:custClr>
    <a:custClr name="Light Orange">
      <a:srgbClr val="FFA38B"/>
    </a:custClr>
    <a:custClr name="Light Red">
      <a:srgbClr val="FFB3BB"/>
    </a:custClr>
    <a:custClr name="Light Magenta">
      <a:srgbClr val="D59ED7"/>
    </a:custClr>
    <a:custClr name="Light Purple">
      <a:srgbClr val="C5B4E3"/>
    </a:custClr>
    <a:custClr name="Light Blue">
      <a:srgbClr val="8DC8E8"/>
    </a:custClr>
    <a:custClr name="Light Teal">
      <a:srgbClr val="B9DCD2"/>
    </a:custClr>
    <a:custClr name="Light Green">
      <a:srgbClr val="D4EC8E"/>
    </a:custClr>
    <a:custClr name="Blue Black">
      <a:srgbClr val="091F2C"/>
    </a:custClr>
    <a:custClr name="Brown">
      <a:srgbClr val="BF9474"/>
    </a:custClr>
    <a:custClr name="Yellow">
      <a:srgbClr val="FFB900"/>
    </a:custClr>
    <a:custClr name="Orange">
      <a:srgbClr val="FF5C39"/>
    </a:custClr>
    <a:custClr name="Red">
      <a:srgbClr val="F4364C"/>
    </a:custClr>
    <a:custClr name="Magenta">
      <a:srgbClr val="C03BC4"/>
    </a:custClr>
    <a:custClr name="Purple">
      <a:srgbClr val="8661C5"/>
    </a:custClr>
    <a:custClr name="Blue">
      <a:srgbClr val="0078D4"/>
    </a:custClr>
    <a:custClr name="Teal">
      <a:srgbClr val="49C5B1"/>
    </a:custClr>
    <a:custClr name="Green">
      <a:srgbClr val="8DE971"/>
    </a:custClr>
    <a:custClr name="Rich Black">
      <a:srgbClr val="000000"/>
    </a:custClr>
    <a:custClr name="Dark Brown">
      <a:srgbClr val="5C4738"/>
    </a:custClr>
    <a:custClr name="Dark Yellow">
      <a:srgbClr val="7F5A1A"/>
    </a:custClr>
    <a:custClr name="Dark Orange">
      <a:srgbClr val="73391D"/>
    </a:custClr>
    <a:custClr name="Dark Red">
      <a:srgbClr val="73262F"/>
    </a:custClr>
    <a:custClr name="Dark Magenta">
      <a:srgbClr val="702573"/>
    </a:custClr>
    <a:custClr name="Dark Purple">
      <a:srgbClr val="463668"/>
    </a:custClr>
    <a:custClr name="Dark Blue">
      <a:srgbClr val="2A446F"/>
    </a:custClr>
    <a:custClr name="Dark Teal">
      <a:srgbClr val="225B62"/>
    </a:custClr>
    <a:custClr name="Dark Green">
      <a:srgbClr val="07641D"/>
    </a:custClr>
    <a:custClr name="Brown Black">
      <a:srgbClr val="291817"/>
    </a:custClr>
    <a:custClr name="Pure White">
      <a:srgbClr val="FFFFFF"/>
    </a:custClr>
    <a:custClr name="Off White">
      <a:srgbClr val="F4F3F5"/>
    </a:custClr>
    <a:custClr name="Warm White">
      <a:srgbClr val="FFF8F3"/>
    </a:custClr>
    <a:custClr name="Warm Light Gray">
      <a:srgbClr val="E8E6DF"/>
    </a:custClr>
    <a:custClr name="Mid Gray">
      <a:srgbClr val="D7D2CB"/>
    </a:custClr>
    <a:custClr name="Warm Gray">
      <a:srgbClr val="8C8279"/>
    </a:custClr>
    <a:custClr name="Light Gray">
      <a:srgbClr val="D9D9D6"/>
    </a:custClr>
    <a:custClr name="Cool Gray">
      <a:srgbClr val="B1B3B3"/>
    </a:custClr>
    <a:custClr name="Dark Gray">
      <a:srgbClr val="454142"/>
    </a:custClr>
    <a:custClr name="Pure White">
      <a:srgbClr val="FFFFFF"/>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Lst>
  <a:extLst>
    <a:ext uri="{05A4C25C-085E-4340-85A3-A5531E510DB2}">
      <thm15:themeFamily xmlns:thm15="http://schemas.microsoft.com/office/thememl/2012/main" name="Presentation1" id="{C91710D9-4C3C-6F4D-AE7D-F92D4F5A1357}" vid="{CB7D5E62-CB40-8C4D-9EC1-918F07C6C620}"/>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_ip_UnifiedCompliancePolicyProperties xmlns="http://schemas.microsoft.com/sharepoint/v3" xsi:nil="true"/>
    <lcf76f155ced4ddcb4097134ff3c332f xmlns="804751ba-60e0-4191-9865-d7e5284c1d69">
      <Terms xmlns="http://schemas.microsoft.com/office/infopath/2007/PartnerControls"/>
    </lcf76f155ced4ddcb4097134ff3c332f>
    <Number xmlns="804751ba-60e0-4191-9865-d7e5284c1d69" xsi:nil="true"/>
    <TaxCatchAll xmlns="230e9df3-be65-4c73-a93b-d1236ebd677e" xsi:nil="true"/>
    <Time xmlns="804751ba-60e0-4191-9865-d7e5284c1d69" xsi:nil="true"/>
    <content xmlns="804751ba-60e0-4191-9865-d7e5284c1d69"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2FE71A6B924FC94981CCAD1A585590D8" ma:contentTypeVersion="27" ma:contentTypeDescription="Create a new document." ma:contentTypeScope="" ma:versionID="566528f2922ad54e26a908d2133454c1">
  <xsd:schema xmlns:xsd="http://www.w3.org/2001/XMLSchema" xmlns:xs="http://www.w3.org/2001/XMLSchema" xmlns:p="http://schemas.microsoft.com/office/2006/metadata/properties" xmlns:ns1="http://schemas.microsoft.com/sharepoint/v3" xmlns:ns2="804751ba-60e0-4191-9865-d7e5284c1d69" xmlns:ns3="913b567d-4c83-4181-a45c-f04ce7e1b72e" xmlns:ns4="230e9df3-be65-4c73-a93b-d1236ebd677e" targetNamespace="http://schemas.microsoft.com/office/2006/metadata/properties" ma:root="true" ma:fieldsID="6c91453d1ce2972ce38a1123b4b20cb5" ns1:_="" ns2:_="" ns3:_="" ns4:_="">
    <xsd:import namespace="http://schemas.microsoft.com/sharepoint/v3"/>
    <xsd:import namespace="804751ba-60e0-4191-9865-d7e5284c1d69"/>
    <xsd:import namespace="913b567d-4c83-4181-a45c-f04ce7e1b72e"/>
    <xsd:import namespace="230e9df3-be65-4c73-a93b-d1236ebd677e"/>
    <xsd:element name="properties">
      <xsd:complexType>
        <xsd:sequence>
          <xsd:element name="documentManagement">
            <xsd:complexType>
              <xsd:all>
                <xsd:element ref="ns2:MediaServiceMetadata" minOccurs="0"/>
                <xsd:element ref="ns2:MediaServiceFastMetadata" minOccurs="0"/>
                <xsd:element ref="ns2:MediaServiceDateTaken" minOccurs="0"/>
                <xsd:element ref="ns3:SharedWithUsers" minOccurs="0"/>
                <xsd:element ref="ns3:SharedWithDetails" minOccurs="0"/>
                <xsd:element ref="ns2:MediaServiceGenerationTime" minOccurs="0"/>
                <xsd:element ref="ns2:MediaServiceEventHashCode" minOccurs="0"/>
                <xsd:element ref="ns2:MediaServiceAutoKeyPoints" minOccurs="0"/>
                <xsd:element ref="ns2:MediaServiceKeyPoints" minOccurs="0"/>
                <xsd:element ref="ns2:MediaServiceOCR" minOccurs="0"/>
                <xsd:element ref="ns2:MediaServiceLocation" minOccurs="0"/>
                <xsd:element ref="ns1:_ip_UnifiedCompliancePolicyProperties" minOccurs="0"/>
                <xsd:element ref="ns1:_ip_UnifiedCompliancePolicyUIAction" minOccurs="0"/>
                <xsd:element ref="ns2:Number" minOccurs="0"/>
                <xsd:element ref="ns2:MediaLengthInSeconds" minOccurs="0"/>
                <xsd:element ref="ns2:lcf76f155ced4ddcb4097134ff3c332f" minOccurs="0"/>
                <xsd:element ref="ns4:TaxCatchAll" minOccurs="0"/>
                <xsd:element ref="ns2:Time" minOccurs="0"/>
                <xsd:element ref="ns2:MediaServiceSearchProperties" minOccurs="0"/>
                <xsd:element ref="ns2:MediaServiceObjectDetectorVersions" minOccurs="0"/>
                <xsd:element ref="ns2:TranslatedLang" minOccurs="0"/>
                <xsd:element ref="ns2:content" minOccurs="0"/>
                <xsd:element ref="ns2:MediaServiceDocTag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9" nillable="true" ma:displayName="Unified Compliance Policy Properties" ma:hidden="true" ma:internalName="_ip_UnifiedCompliancePolicyProperties" ma:readOnly="false">
      <xsd:simpleType>
        <xsd:restriction base="dms:Note"/>
      </xsd:simpleType>
    </xsd:element>
    <xsd:element name="_ip_UnifiedCompliancePolicyUIAction" ma:index="20"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804751ba-60e0-4191-9865-d7e5284c1d69"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ServiceAutoKeyPoints" ma:index="15" nillable="true" ma:displayName="MediaServiceAutoKeyPoints" ma:hidden="true" ma:internalName="MediaServiceAutoKeyPoints" ma:readOnly="true">
      <xsd:simpleType>
        <xsd:restriction base="dms:Note"/>
      </xsd:simpleType>
    </xsd:element>
    <xsd:element name="MediaServiceKeyPoints" ma:index="16" nillable="true" ma:displayName="KeyPoints" ma:hidden="true" ma:internalName="MediaServiceKeyPoints" ma:readOnly="true">
      <xsd:simpleType>
        <xsd:restriction base="dms:Note"/>
      </xsd:simpleType>
    </xsd:element>
    <xsd:element name="MediaServiceOCR" ma:index="17" nillable="true" ma:displayName="Extracted Text" ma:hidden="true" ma:internalName="MediaServiceOCR" ma:readOnly="true">
      <xsd:simpleType>
        <xsd:restriction base="dms:Note"/>
      </xsd:simpleType>
    </xsd:element>
    <xsd:element name="MediaServiceLocation" ma:index="18" nillable="true" ma:displayName="Location" ma:hidden="true" ma:internalName="MediaServiceLocation" ma:readOnly="true">
      <xsd:simpleType>
        <xsd:restriction base="dms:Text"/>
      </xsd:simpleType>
    </xsd:element>
    <xsd:element name="Number" ma:index="21" nillable="true" ma:displayName="Number" ma:format="Dropdown" ma:internalName="Number" ma:percentage="FALSE">
      <xsd:simpleType>
        <xsd:restriction base="dms:Number"/>
      </xsd:simpleType>
    </xsd:element>
    <xsd:element name="MediaLengthInSeconds" ma:index="22" nillable="true" ma:displayName="Length (seconds)" ma:internalName="MediaLengthInSeconds" ma:readOnly="true">
      <xsd:simpleType>
        <xsd:restriction base="dms:Unknown"/>
      </xsd:simpleType>
    </xsd:element>
    <xsd:element name="lcf76f155ced4ddcb4097134ff3c332f" ma:index="24" nillable="true" ma:taxonomy="true" ma:internalName="lcf76f155ced4ddcb4097134ff3c332f"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Time" ma:index="26" nillable="true" ma:displayName="Time" ma:format="DateTime" ma:internalName="Time">
      <xsd:simpleType>
        <xsd:restriction base="dms:DateTime"/>
      </xsd:simpleType>
    </xsd:element>
    <xsd:element name="MediaServiceSearchProperties" ma:index="27" nillable="true" ma:displayName="MediaServiceSearchProperties" ma:hidden="true" ma:internalName="MediaServiceSearchProperties" ma:readOnly="true">
      <xsd:simpleType>
        <xsd:restriction base="dms:Note"/>
      </xsd:simpleType>
    </xsd:element>
    <xsd:element name="MediaServiceObjectDetectorVersions" ma:index="28" nillable="true" ma:displayName="MediaServiceObjectDetectorVersions" ma:description="" ma:hidden="true" ma:indexed="true" ma:internalName="MediaServiceObjectDetectorVersions" ma:readOnly="true">
      <xsd:simpleType>
        <xsd:restriction base="dms:Text"/>
      </xsd:simpleType>
    </xsd:element>
    <xsd:element name="TranslatedLang" ma:index="29" nillable="true" ma:displayName="Translated Language" ma:hidden="true" ma:internalName="TranslatedLang" ma:readOnly="true">
      <xsd:simpleType>
        <xsd:restriction base="dms:Text"/>
      </xsd:simpleType>
    </xsd:element>
    <xsd:element name="content" ma:index="30" nillable="true" ma:displayName="content" ma:format="Dropdown" ma:internalName="content">
      <xsd:simpleType>
        <xsd:restriction base="dms:Choice">
          <xsd:enumeration value="Visual Studio"/>
          <xsd:enumeration value="VS Code"/>
          <xsd:enumeration value="GitHub Copilot"/>
          <xsd:enumeration value="Dev Box"/>
          <xsd:enumeration value="Choice 5"/>
        </xsd:restriction>
      </xsd:simpleType>
    </xsd:element>
    <xsd:element name="MediaServiceDocTags" ma:index="31" nillable="true" ma:displayName="MediaServiceDocTags" ma:hidden="true" ma:internalName="MediaServiceDocTags" ma:readOnly="true">
      <xsd:simpleType>
        <xsd:restriction base="dms:Note"/>
      </xsd:simpleType>
    </xsd:element>
    <xsd:element name="MediaServiceBillingMetadata" ma:index="32" nillable="true" ma:displayName="MediaServiceBillingMetadata" ma:hidden="true" ma:internalName="MediaServiceBillingMetadata"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913b567d-4c83-4181-a45c-f04ce7e1b72e" elementFormDefault="qualified">
    <xsd:import namespace="http://schemas.microsoft.com/office/2006/documentManagement/types"/>
    <xsd:import namespace="http://schemas.microsoft.com/office/infopath/2007/PartnerControls"/>
    <xsd:element name="SharedWithUsers" ma:index="11"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2"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5" nillable="true" ma:displayName="Taxonomy Catch All Column" ma:hidden="true" ma:list="{ae7d3c4e-66c4-4603-a26b-8d6b1e039262}" ma:internalName="TaxCatchAll" ma:showField="CatchAllData" ma:web="913b567d-4c83-4181-a45c-f04ce7e1b72e">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21BBFC1A-40E2-4190-9ED0-DD22B043F5E9}">
  <ds:schemaRefs>
    <ds:schemaRef ds:uri="http://purl.org/dc/elements/1.1/"/>
    <ds:schemaRef ds:uri="http://schemas.microsoft.com/office/2006/documentManagement/types"/>
    <ds:schemaRef ds:uri="http://schemas.microsoft.com/sharepoint/v3"/>
    <ds:schemaRef ds:uri="http://www.w3.org/XML/1998/namespace"/>
    <ds:schemaRef ds:uri="230e9df3-be65-4c73-a93b-d1236ebd677e"/>
    <ds:schemaRef ds:uri="913b567d-4c83-4181-a45c-f04ce7e1b72e"/>
    <ds:schemaRef ds:uri="http://purl.org/dc/dcmitype/"/>
    <ds:schemaRef ds:uri="http://schemas.microsoft.com/office/infopath/2007/PartnerControls"/>
    <ds:schemaRef ds:uri="http://schemas.openxmlformats.org/package/2006/metadata/core-properties"/>
    <ds:schemaRef ds:uri="804751ba-60e0-4191-9865-d7e5284c1d69"/>
    <ds:schemaRef ds:uri="http://schemas.microsoft.com/office/2006/metadata/properties"/>
    <ds:schemaRef ds:uri="http://purl.org/dc/terms/"/>
  </ds:schemaRefs>
</ds:datastoreItem>
</file>

<file path=customXml/itemProps2.xml><?xml version="1.0" encoding="utf-8"?>
<ds:datastoreItem xmlns:ds="http://schemas.openxmlformats.org/officeDocument/2006/customXml" ds:itemID="{911D3613-E70D-41EC-A205-2FA057EAAF25}">
  <ds:schemaRefs>
    <ds:schemaRef ds:uri="http://schemas.microsoft.com/sharepoint/v3/contenttype/forms"/>
  </ds:schemaRefs>
</ds:datastoreItem>
</file>

<file path=customXml/itemProps3.xml><?xml version="1.0" encoding="utf-8"?>
<ds:datastoreItem xmlns:ds="http://schemas.openxmlformats.org/officeDocument/2006/customXml" ds:itemID="{CBAB5C69-0FF7-452F-B9FB-A7F940C3BA46}">
  <ds:schemaRefs>
    <ds:schemaRef ds:uri="230e9df3-be65-4c73-a93b-d1236ebd677e"/>
    <ds:schemaRef ds:uri="804751ba-60e0-4191-9865-d7e5284c1d69"/>
    <ds:schemaRef ds:uri="913b567d-4c83-4181-a45c-f04ce7e1b72e"/>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docMetadata/LabelInfo.xml><?xml version="1.0" encoding="utf-8"?>
<clbl:labelList xmlns:clbl="http://schemas.microsoft.com/office/2020/mipLabelMetadata">
  <clbl:label id="{87867195-f2b8-4ac2-b0b6-6bb73cb33af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otalTime>97</TotalTime>
  <Words>1789</Words>
  <Application>Microsoft Office PowerPoint</Application>
  <PresentationFormat>Widescreen</PresentationFormat>
  <Paragraphs>175</Paragraphs>
  <Slides>11</Slides>
  <Notes>11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11</vt:i4>
      </vt:variant>
    </vt:vector>
  </HeadingPairs>
  <TitlesOfParts>
    <vt:vector size="19" baseType="lpstr">
      <vt:lpstr>Aptos</vt:lpstr>
      <vt:lpstr>Arial</vt:lpstr>
      <vt:lpstr>Consolas</vt:lpstr>
      <vt:lpstr>Segoe Sans Display Semibold</vt:lpstr>
      <vt:lpstr>Segoe UI</vt:lpstr>
      <vt:lpstr>Segoe UI Semibold</vt:lpstr>
      <vt:lpstr>Wingdings</vt:lpstr>
      <vt:lpstr>Microsoft AI Tour FY27 Light</vt:lpstr>
      <vt:lpstr>Microsoft AI Tour</vt:lpstr>
      <vt:lpstr>Building &amp; Deploying AI Agents with Microsoft Foundry</vt:lpstr>
      <vt:lpstr>Meet Caldova: your lab scenario</vt:lpstr>
      <vt:lpstr>What is Microsoft Foundry?</vt:lpstr>
      <vt:lpstr>Three concepts to know</vt:lpstr>
      <vt:lpstr>Your lab journey</vt:lpstr>
      <vt:lpstr>Your skillable environment</vt:lpstr>
      <vt:lpstr>What you will build</vt:lpstr>
      <vt:lpstr>How the live session works</vt:lpstr>
      <vt:lpstr>Responsible routing by design</vt:lpstr>
      <vt:lpstr>Ready to build?</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Building &amp; Deploying AI Agents with Microsoft Foundry</dc:subject>
  <dc:creator>Microsoft AI Tour ILL335</dc:creator>
  <cp:keywords>Microsoft AI Tour FY27, ILL335, Microsoft Foundry</cp:keywords>
  <dc:description>generated using python-pptx</dc:description>
  <cp:lastModifiedBy>Lee Stott</cp:lastModifiedBy>
  <cp:revision>1</cp:revision>
  <dcterms:created xsi:type="dcterms:W3CDTF">2013-01-27T09:14:16Z</dcterms:created>
  <dcterms:modified xsi:type="dcterms:W3CDTF">2026-09-10T19:39:11Z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0x0101002FE71A6B924FC94981CCAD1A585590D8</vt:lpwstr>
  </property>
  <property fmtid="{D5CDD505-2E9C-101B-9397-08002B2CF9AE}" pid="3" name="MediaServiceImageTags">
    <vt:lpwstr/>
  </property>
</Properties>
</file>