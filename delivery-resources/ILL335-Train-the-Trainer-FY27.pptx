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147479540" r:id="rId2"/>
    <p:sldId id="214747955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14747952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79" y="2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0098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56F5673-27D5-8494-291A-0C7F83EDF46D}"/>
              </a:ext>
            </a:extLst>
          </p:cNvPr>
          <p:cNvSpPr/>
          <p:nvPr userDrawn="1"/>
        </p:nvSpPr>
        <p:spPr>
          <a:xfrm>
            <a:off x="536575" y="2458622"/>
            <a:ext cx="3865501" cy="1703804"/>
          </a:xfrm>
          <a:custGeom>
            <a:avLst/>
            <a:gdLst>
              <a:gd name="csX0" fmla="*/ 542449 w 3308032"/>
              <a:gd name="csY0" fmla="*/ 193548 h 1458087"/>
              <a:gd name="csX1" fmla="*/ 543401 w 3308032"/>
              <a:gd name="csY1" fmla="*/ 149066 h 1458087"/>
              <a:gd name="csX2" fmla="*/ 541211 w 3308032"/>
              <a:gd name="csY2" fmla="*/ 149066 h 1458087"/>
              <a:gd name="csX3" fmla="*/ 534924 w 3308032"/>
              <a:gd name="csY3" fmla="*/ 168593 h 1458087"/>
              <a:gd name="csX4" fmla="*/ 528257 w 3308032"/>
              <a:gd name="csY4" fmla="*/ 186309 h 1458087"/>
              <a:gd name="csX5" fmla="*/ 374618 w 3308032"/>
              <a:gd name="csY5" fmla="*/ 572929 h 1458087"/>
              <a:gd name="csX6" fmla="*/ 310229 w 3308032"/>
              <a:gd name="csY6" fmla="*/ 572929 h 1458087"/>
              <a:gd name="csX7" fmla="*/ 155448 w 3308032"/>
              <a:gd name="csY7" fmla="*/ 189738 h 1458087"/>
              <a:gd name="csX8" fmla="*/ 149352 w 3308032"/>
              <a:gd name="csY8" fmla="*/ 172402 h 1458087"/>
              <a:gd name="csX9" fmla="*/ 141351 w 3308032"/>
              <a:gd name="csY9" fmla="*/ 149162 h 1458087"/>
              <a:gd name="csX10" fmla="*/ 139160 w 3308032"/>
              <a:gd name="csY10" fmla="*/ 149162 h 1458087"/>
              <a:gd name="csX11" fmla="*/ 140303 w 3308032"/>
              <a:gd name="csY11" fmla="*/ 195834 h 1458087"/>
              <a:gd name="csX12" fmla="*/ 140684 w 3308032"/>
              <a:gd name="csY12" fmla="*/ 246602 h 1458087"/>
              <a:gd name="csX13" fmla="*/ 140684 w 3308032"/>
              <a:gd name="csY13" fmla="*/ 572929 h 1458087"/>
              <a:gd name="csX14" fmla="*/ 55817 w 3308032"/>
              <a:gd name="csY14" fmla="*/ 572929 h 1458087"/>
              <a:gd name="csX15" fmla="*/ 55817 w 3308032"/>
              <a:gd name="csY15" fmla="*/ 39338 h 1458087"/>
              <a:gd name="csX16" fmla="*/ 185642 w 3308032"/>
              <a:gd name="csY16" fmla="*/ 39338 h 1458087"/>
              <a:gd name="csX17" fmla="*/ 322231 w 3308032"/>
              <a:gd name="csY17" fmla="*/ 383477 h 1458087"/>
              <a:gd name="csX18" fmla="*/ 334709 w 3308032"/>
              <a:gd name="csY18" fmla="*/ 415671 h 1458087"/>
              <a:gd name="csX19" fmla="*/ 343853 w 3308032"/>
              <a:gd name="csY19" fmla="*/ 444913 h 1458087"/>
              <a:gd name="csX20" fmla="*/ 346043 w 3308032"/>
              <a:gd name="csY20" fmla="*/ 444913 h 1458087"/>
              <a:gd name="csX21" fmla="*/ 358140 w 3308032"/>
              <a:gd name="csY21" fmla="*/ 412528 h 1458087"/>
              <a:gd name="csX22" fmla="*/ 369475 w 3308032"/>
              <a:gd name="csY22" fmla="*/ 382429 h 1458087"/>
              <a:gd name="csX23" fmla="*/ 507873 w 3308032"/>
              <a:gd name="csY23" fmla="*/ 39338 h 1458087"/>
              <a:gd name="csX24" fmla="*/ 632555 w 3308032"/>
              <a:gd name="csY24" fmla="*/ 39338 h 1458087"/>
              <a:gd name="csX25" fmla="*/ 632555 w 3308032"/>
              <a:gd name="csY25" fmla="*/ 572929 h 1458087"/>
              <a:gd name="csX26" fmla="*/ 542163 w 3308032"/>
              <a:gd name="csY26" fmla="*/ 572929 h 1458087"/>
              <a:gd name="csX27" fmla="*/ 542163 w 3308032"/>
              <a:gd name="csY27" fmla="*/ 234315 h 1458087"/>
              <a:gd name="csX28" fmla="*/ 542735 w 3308032"/>
              <a:gd name="csY28" fmla="*/ 193548 h 1458087"/>
              <a:gd name="csX29" fmla="*/ 768001 w 3308032"/>
              <a:gd name="csY29" fmla="*/ 14383 h 1458087"/>
              <a:gd name="csX30" fmla="*/ 728567 w 3308032"/>
              <a:gd name="csY30" fmla="*/ 29623 h 1458087"/>
              <a:gd name="csX31" fmla="*/ 713327 w 3308032"/>
              <a:gd name="csY31" fmla="*/ 67247 h 1458087"/>
              <a:gd name="csX32" fmla="*/ 728567 w 3308032"/>
              <a:gd name="csY32" fmla="*/ 104966 h 1458087"/>
              <a:gd name="csX33" fmla="*/ 768001 w 3308032"/>
              <a:gd name="csY33" fmla="*/ 120777 h 1458087"/>
              <a:gd name="csX34" fmla="*/ 808196 w 3308032"/>
              <a:gd name="csY34" fmla="*/ 105537 h 1458087"/>
              <a:gd name="csX35" fmla="*/ 823436 w 3308032"/>
              <a:gd name="csY35" fmla="*/ 67627 h 1458087"/>
              <a:gd name="csX36" fmla="*/ 808196 w 3308032"/>
              <a:gd name="csY36" fmla="*/ 29718 h 1458087"/>
              <a:gd name="csX37" fmla="*/ 768001 w 3308032"/>
              <a:gd name="csY37" fmla="*/ 14478 h 1458087"/>
              <a:gd name="csX38" fmla="*/ 723329 w 3308032"/>
              <a:gd name="csY38" fmla="*/ 572834 h 1458087"/>
              <a:gd name="csX39" fmla="*/ 812292 w 3308032"/>
              <a:gd name="csY39" fmla="*/ 572834 h 1458087"/>
              <a:gd name="csX40" fmla="*/ 812292 w 3308032"/>
              <a:gd name="csY40" fmla="*/ 191834 h 1458087"/>
              <a:gd name="csX41" fmla="*/ 723329 w 3308032"/>
              <a:gd name="csY41" fmla="*/ 191834 h 1458087"/>
              <a:gd name="csX42" fmla="*/ 723329 w 3308032"/>
              <a:gd name="csY42" fmla="*/ 572834 h 1458087"/>
              <a:gd name="csX43" fmla="*/ 1079278 w 3308032"/>
              <a:gd name="csY43" fmla="*/ 581787 h 1458087"/>
              <a:gd name="csX44" fmla="*/ 1169099 w 3308032"/>
              <a:gd name="csY44" fmla="*/ 561689 h 1458087"/>
              <a:gd name="csX45" fmla="*/ 1234726 w 3308032"/>
              <a:gd name="csY45" fmla="*/ 500253 h 1458087"/>
              <a:gd name="csX46" fmla="*/ 1165860 w 3308032"/>
              <a:gd name="csY46" fmla="*/ 461582 h 1458087"/>
              <a:gd name="csX47" fmla="*/ 1127951 w 3308032"/>
              <a:gd name="csY47" fmla="*/ 497110 h 1458087"/>
              <a:gd name="csX48" fmla="*/ 1081469 w 3308032"/>
              <a:gd name="csY48" fmla="*/ 507683 h 1458087"/>
              <a:gd name="csX49" fmla="*/ 1004126 w 3308032"/>
              <a:gd name="csY49" fmla="*/ 475298 h 1458087"/>
              <a:gd name="csX50" fmla="*/ 975074 w 3308032"/>
              <a:gd name="csY50" fmla="*/ 383000 h 1458087"/>
              <a:gd name="csX51" fmla="*/ 1004506 w 3308032"/>
              <a:gd name="csY51" fmla="*/ 288512 h 1458087"/>
              <a:gd name="csX52" fmla="*/ 1079278 w 3308032"/>
              <a:gd name="csY52" fmla="*/ 254699 h 1458087"/>
              <a:gd name="csX53" fmla="*/ 1125379 w 3308032"/>
              <a:gd name="csY53" fmla="*/ 265462 h 1458087"/>
              <a:gd name="csX54" fmla="*/ 1162622 w 3308032"/>
              <a:gd name="csY54" fmla="*/ 301943 h 1458087"/>
              <a:gd name="csX55" fmla="*/ 1232535 w 3308032"/>
              <a:gd name="csY55" fmla="*/ 267367 h 1458087"/>
              <a:gd name="csX56" fmla="*/ 1172432 w 3308032"/>
              <a:gd name="csY56" fmla="*/ 204311 h 1458087"/>
              <a:gd name="csX57" fmla="*/ 1082231 w 3308032"/>
              <a:gd name="csY57" fmla="*/ 182880 h 1458087"/>
              <a:gd name="csX58" fmla="*/ 939356 w 3308032"/>
              <a:gd name="csY58" fmla="*/ 238125 h 1458087"/>
              <a:gd name="csX59" fmla="*/ 884301 w 3308032"/>
              <a:gd name="csY59" fmla="*/ 389001 h 1458087"/>
              <a:gd name="csX60" fmla="*/ 936022 w 3308032"/>
              <a:gd name="csY60" fmla="*/ 528923 h 1458087"/>
              <a:gd name="csX61" fmla="*/ 1079278 w 3308032"/>
              <a:gd name="csY61" fmla="*/ 581787 h 1458087"/>
              <a:gd name="csX62" fmla="*/ 1393031 w 3308032"/>
              <a:gd name="csY62" fmla="*/ 384524 h 1458087"/>
              <a:gd name="csX63" fmla="*/ 1416653 w 3308032"/>
              <a:gd name="csY63" fmla="*/ 296323 h 1458087"/>
              <a:gd name="csX64" fmla="*/ 1478566 w 3308032"/>
              <a:gd name="csY64" fmla="*/ 262795 h 1458087"/>
              <a:gd name="csX65" fmla="*/ 1501807 w 3308032"/>
              <a:gd name="csY65" fmla="*/ 265176 h 1458087"/>
              <a:gd name="csX66" fmla="*/ 1523619 w 3308032"/>
              <a:gd name="csY66" fmla="*/ 271653 h 1458087"/>
              <a:gd name="csX67" fmla="*/ 1547432 w 3308032"/>
              <a:gd name="csY67" fmla="*/ 195739 h 1458087"/>
              <a:gd name="csX68" fmla="*/ 1521047 w 3308032"/>
              <a:gd name="csY68" fmla="*/ 187166 h 1458087"/>
              <a:gd name="csX69" fmla="*/ 1494282 w 3308032"/>
              <a:gd name="csY69" fmla="*/ 184975 h 1458087"/>
              <a:gd name="csX70" fmla="*/ 1433989 w 3308032"/>
              <a:gd name="csY70" fmla="*/ 204502 h 1458087"/>
              <a:gd name="csX71" fmla="*/ 1394555 w 3308032"/>
              <a:gd name="csY71" fmla="*/ 260509 h 1458087"/>
              <a:gd name="csX72" fmla="*/ 1393031 w 3308032"/>
              <a:gd name="csY72" fmla="*/ 260509 h 1458087"/>
              <a:gd name="csX73" fmla="*/ 1393031 w 3308032"/>
              <a:gd name="csY73" fmla="*/ 191643 h 1458087"/>
              <a:gd name="csX74" fmla="*/ 1304068 w 3308032"/>
              <a:gd name="csY74" fmla="*/ 191643 h 1458087"/>
              <a:gd name="csX75" fmla="*/ 1304068 w 3308032"/>
              <a:gd name="csY75" fmla="*/ 572643 h 1458087"/>
              <a:gd name="csX76" fmla="*/ 1393031 w 3308032"/>
              <a:gd name="csY76" fmla="*/ 572643 h 1458087"/>
              <a:gd name="csX77" fmla="*/ 1393031 w 3308032"/>
              <a:gd name="csY77" fmla="*/ 384334 h 1458087"/>
              <a:gd name="csX78" fmla="*/ 1621917 w 3308032"/>
              <a:gd name="csY78" fmla="*/ 528542 h 1458087"/>
              <a:gd name="csX79" fmla="*/ 1568482 w 3308032"/>
              <a:gd name="csY79" fmla="*/ 385286 h 1458087"/>
              <a:gd name="csX80" fmla="*/ 1625060 w 3308032"/>
              <a:gd name="csY80" fmla="*/ 238506 h 1458087"/>
              <a:gd name="csX81" fmla="*/ 1771269 w 3308032"/>
              <a:gd name="csY81" fmla="*/ 182880 h 1458087"/>
              <a:gd name="csX82" fmla="*/ 1914335 w 3308032"/>
              <a:gd name="csY82" fmla="*/ 237554 h 1458087"/>
              <a:gd name="csX83" fmla="*/ 1966627 w 3308032"/>
              <a:gd name="csY83" fmla="*/ 378905 h 1458087"/>
              <a:gd name="csX84" fmla="*/ 1911572 w 3308032"/>
              <a:gd name="csY84" fmla="*/ 524542 h 1458087"/>
              <a:gd name="csX85" fmla="*/ 1766126 w 3308032"/>
              <a:gd name="csY85" fmla="*/ 581692 h 1458087"/>
              <a:gd name="csX86" fmla="*/ 1621917 w 3308032"/>
              <a:gd name="csY86" fmla="*/ 528447 h 1458087"/>
              <a:gd name="csX87" fmla="*/ 1659350 w 3308032"/>
              <a:gd name="csY87" fmla="*/ 383477 h 1458087"/>
              <a:gd name="csX88" fmla="*/ 1688973 w 3308032"/>
              <a:gd name="csY88" fmla="*/ 476155 h 1458087"/>
              <a:gd name="csX89" fmla="*/ 1769555 w 3308032"/>
              <a:gd name="csY89" fmla="*/ 509969 h 1458087"/>
              <a:gd name="csX90" fmla="*/ 1847850 w 3308032"/>
              <a:gd name="csY90" fmla="*/ 475012 h 1458087"/>
              <a:gd name="csX91" fmla="*/ 1875568 w 3308032"/>
              <a:gd name="csY91" fmla="*/ 381286 h 1458087"/>
              <a:gd name="csX92" fmla="*/ 1847660 w 3308032"/>
              <a:gd name="csY92" fmla="*/ 289750 h 1458087"/>
              <a:gd name="csX93" fmla="*/ 1769174 w 3308032"/>
              <a:gd name="csY93" fmla="*/ 255175 h 1458087"/>
              <a:gd name="csX94" fmla="*/ 1689354 w 3308032"/>
              <a:gd name="csY94" fmla="*/ 290894 h 1458087"/>
              <a:gd name="csX95" fmla="*/ 1659446 w 3308032"/>
              <a:gd name="csY95" fmla="*/ 383572 h 1458087"/>
              <a:gd name="csX96" fmla="*/ 2267426 w 3308032"/>
              <a:gd name="csY96" fmla="*/ 547878 h 1458087"/>
              <a:gd name="csX97" fmla="*/ 2308003 w 3308032"/>
              <a:gd name="csY97" fmla="*/ 458915 h 1458087"/>
              <a:gd name="csX98" fmla="*/ 2276761 w 3308032"/>
              <a:gd name="csY98" fmla="*/ 380048 h 1458087"/>
              <a:gd name="csX99" fmla="*/ 2182273 w 3308032"/>
              <a:gd name="csY99" fmla="*/ 339471 h 1458087"/>
              <a:gd name="csX100" fmla="*/ 2127028 w 3308032"/>
              <a:gd name="csY100" fmla="*/ 321278 h 1458087"/>
              <a:gd name="csX101" fmla="*/ 2112359 w 3308032"/>
              <a:gd name="csY101" fmla="*/ 292227 h 1458087"/>
              <a:gd name="csX102" fmla="*/ 2126456 w 3308032"/>
              <a:gd name="csY102" fmla="*/ 261366 h 1458087"/>
              <a:gd name="csX103" fmla="*/ 2167795 w 3308032"/>
              <a:gd name="csY103" fmla="*/ 249460 h 1458087"/>
              <a:gd name="csX104" fmla="*/ 2211515 w 3308032"/>
              <a:gd name="csY104" fmla="*/ 258413 h 1458087"/>
              <a:gd name="csX105" fmla="*/ 2247043 w 3308032"/>
              <a:gd name="csY105" fmla="*/ 285179 h 1458087"/>
              <a:gd name="csX106" fmla="*/ 2298764 w 3308032"/>
              <a:gd name="csY106" fmla="*/ 238316 h 1458087"/>
              <a:gd name="csX107" fmla="*/ 2243328 w 3308032"/>
              <a:gd name="csY107" fmla="*/ 196596 h 1458087"/>
              <a:gd name="csX108" fmla="*/ 2170367 w 3308032"/>
              <a:gd name="csY108" fmla="*/ 182785 h 1458087"/>
              <a:gd name="csX109" fmla="*/ 2069211 w 3308032"/>
              <a:gd name="csY109" fmla="*/ 214598 h 1458087"/>
              <a:gd name="csX110" fmla="*/ 2029015 w 3308032"/>
              <a:gd name="csY110" fmla="*/ 302228 h 1458087"/>
              <a:gd name="csX111" fmla="*/ 2058638 w 3308032"/>
              <a:gd name="csY111" fmla="*/ 375380 h 1458087"/>
              <a:gd name="csX112" fmla="*/ 2163032 w 3308032"/>
              <a:gd name="csY112" fmla="*/ 417957 h 1458087"/>
              <a:gd name="csX113" fmla="*/ 2208943 w 3308032"/>
              <a:gd name="csY113" fmla="*/ 435959 h 1458087"/>
              <a:gd name="csX114" fmla="*/ 2224373 w 3308032"/>
              <a:gd name="csY114" fmla="*/ 467011 h 1458087"/>
              <a:gd name="csX115" fmla="*/ 2207990 w 3308032"/>
              <a:gd name="csY115" fmla="*/ 502158 h 1458087"/>
              <a:gd name="csX116" fmla="*/ 2162271 w 3308032"/>
              <a:gd name="csY116" fmla="*/ 514636 h 1458087"/>
              <a:gd name="csX117" fmla="*/ 2112645 w 3308032"/>
              <a:gd name="csY117" fmla="*/ 502920 h 1458087"/>
              <a:gd name="csX118" fmla="*/ 2068163 w 3308032"/>
              <a:gd name="csY118" fmla="*/ 463677 h 1458087"/>
              <a:gd name="csX119" fmla="*/ 2014633 w 3308032"/>
              <a:gd name="csY119" fmla="*/ 511683 h 1458087"/>
              <a:gd name="csX120" fmla="*/ 2074926 w 3308032"/>
              <a:gd name="csY120" fmla="*/ 563785 h 1458087"/>
              <a:gd name="csX121" fmla="*/ 2161604 w 3308032"/>
              <a:gd name="csY121" fmla="*/ 581692 h 1458087"/>
              <a:gd name="csX122" fmla="*/ 2267617 w 3308032"/>
              <a:gd name="csY122" fmla="*/ 547878 h 1458087"/>
              <a:gd name="csX123" fmla="*/ 2717292 w 3308032"/>
              <a:gd name="csY123" fmla="*/ 237554 h 1458087"/>
              <a:gd name="csX124" fmla="*/ 2769584 w 3308032"/>
              <a:gd name="csY124" fmla="*/ 378905 h 1458087"/>
              <a:gd name="csX125" fmla="*/ 2714530 w 3308032"/>
              <a:gd name="csY125" fmla="*/ 524542 h 1458087"/>
              <a:gd name="csX126" fmla="*/ 2569083 w 3308032"/>
              <a:gd name="csY126" fmla="*/ 581692 h 1458087"/>
              <a:gd name="csX127" fmla="*/ 2424875 w 3308032"/>
              <a:gd name="csY127" fmla="*/ 528447 h 1458087"/>
              <a:gd name="csX128" fmla="*/ 2371439 w 3308032"/>
              <a:gd name="csY128" fmla="*/ 385191 h 1458087"/>
              <a:gd name="csX129" fmla="*/ 2428018 w 3308032"/>
              <a:gd name="csY129" fmla="*/ 238411 h 1458087"/>
              <a:gd name="csX130" fmla="*/ 2574227 w 3308032"/>
              <a:gd name="csY130" fmla="*/ 182785 h 1458087"/>
              <a:gd name="csX131" fmla="*/ 2717292 w 3308032"/>
              <a:gd name="csY131" fmla="*/ 237458 h 1458087"/>
              <a:gd name="csX132" fmla="*/ 2678430 w 3308032"/>
              <a:gd name="csY132" fmla="*/ 381191 h 1458087"/>
              <a:gd name="csX133" fmla="*/ 2650522 w 3308032"/>
              <a:gd name="csY133" fmla="*/ 289655 h 1458087"/>
              <a:gd name="csX134" fmla="*/ 2572036 w 3308032"/>
              <a:gd name="csY134" fmla="*/ 255079 h 1458087"/>
              <a:gd name="csX135" fmla="*/ 2492216 w 3308032"/>
              <a:gd name="csY135" fmla="*/ 290798 h 1458087"/>
              <a:gd name="csX136" fmla="*/ 2462308 w 3308032"/>
              <a:gd name="csY136" fmla="*/ 383477 h 1458087"/>
              <a:gd name="csX137" fmla="*/ 2491931 w 3308032"/>
              <a:gd name="csY137" fmla="*/ 476155 h 1458087"/>
              <a:gd name="csX138" fmla="*/ 2572512 w 3308032"/>
              <a:gd name="csY138" fmla="*/ 509969 h 1458087"/>
              <a:gd name="csX139" fmla="*/ 2650808 w 3308032"/>
              <a:gd name="csY139" fmla="*/ 475012 h 1458087"/>
              <a:gd name="csX140" fmla="*/ 2678525 w 3308032"/>
              <a:gd name="csY140" fmla="*/ 381286 h 1458087"/>
              <a:gd name="csX141" fmla="*/ 3280410 w 3308032"/>
              <a:gd name="csY141" fmla="*/ 494729 h 1458087"/>
              <a:gd name="csX142" fmla="*/ 3257360 w 3308032"/>
              <a:gd name="csY142" fmla="*/ 507397 h 1458087"/>
              <a:gd name="csX143" fmla="*/ 3236500 w 3308032"/>
              <a:gd name="csY143" fmla="*/ 511112 h 1458087"/>
              <a:gd name="csX144" fmla="*/ 3205258 w 3308032"/>
              <a:gd name="csY144" fmla="*/ 497872 h 1458087"/>
              <a:gd name="csX145" fmla="*/ 3194114 w 3308032"/>
              <a:gd name="csY145" fmla="*/ 456724 h 1458087"/>
              <a:gd name="csX146" fmla="*/ 3194114 w 3308032"/>
              <a:gd name="csY146" fmla="*/ 260985 h 1458087"/>
              <a:gd name="csX147" fmla="*/ 3291269 w 3308032"/>
              <a:gd name="csY147" fmla="*/ 260985 h 1458087"/>
              <a:gd name="csX148" fmla="*/ 3291269 w 3308032"/>
              <a:gd name="csY148" fmla="*/ 191738 h 1458087"/>
              <a:gd name="csX149" fmla="*/ 3194114 w 3308032"/>
              <a:gd name="csY149" fmla="*/ 191738 h 1458087"/>
              <a:gd name="csX150" fmla="*/ 3194114 w 3308032"/>
              <a:gd name="csY150" fmla="*/ 82677 h 1458087"/>
              <a:gd name="csX151" fmla="*/ 3105150 w 3308032"/>
              <a:gd name="csY151" fmla="*/ 98298 h 1458087"/>
              <a:gd name="csX152" fmla="*/ 3105150 w 3308032"/>
              <a:gd name="csY152" fmla="*/ 191643 h 1458087"/>
              <a:gd name="csX153" fmla="*/ 2957227 w 3308032"/>
              <a:gd name="csY153" fmla="*/ 191643 h 1458087"/>
              <a:gd name="csX154" fmla="*/ 2957227 w 3308032"/>
              <a:gd name="csY154" fmla="*/ 130969 h 1458087"/>
              <a:gd name="csX155" fmla="*/ 2970086 w 3308032"/>
              <a:gd name="csY155" fmla="*/ 86297 h 1458087"/>
              <a:gd name="csX156" fmla="*/ 3006757 w 3308032"/>
              <a:gd name="csY156" fmla="*/ 71438 h 1458087"/>
              <a:gd name="csX157" fmla="*/ 3029236 w 3308032"/>
              <a:gd name="csY157" fmla="*/ 74962 h 1458087"/>
              <a:gd name="csX158" fmla="*/ 3049143 w 3308032"/>
              <a:gd name="csY158" fmla="*/ 84868 h 1458087"/>
              <a:gd name="csX159" fmla="*/ 3085624 w 3308032"/>
              <a:gd name="csY159" fmla="*/ 20479 h 1458087"/>
              <a:gd name="csX160" fmla="*/ 3045429 w 3308032"/>
              <a:gd name="csY160" fmla="*/ 5048 h 1458087"/>
              <a:gd name="csX161" fmla="*/ 3003042 w 3308032"/>
              <a:gd name="csY161" fmla="*/ 0 h 1458087"/>
              <a:gd name="csX162" fmla="*/ 2903887 w 3308032"/>
              <a:gd name="csY162" fmla="*/ 34957 h 1458087"/>
              <a:gd name="csX163" fmla="*/ 2868740 w 3308032"/>
              <a:gd name="csY163" fmla="*/ 130207 h 1458087"/>
              <a:gd name="csX164" fmla="*/ 2868740 w 3308032"/>
              <a:gd name="csY164" fmla="*/ 191643 h 1458087"/>
              <a:gd name="csX165" fmla="*/ 2803970 w 3308032"/>
              <a:gd name="csY165" fmla="*/ 191643 h 1458087"/>
              <a:gd name="csX166" fmla="*/ 2803970 w 3308032"/>
              <a:gd name="csY166" fmla="*/ 260890 h 1458087"/>
              <a:gd name="csX167" fmla="*/ 2868740 w 3308032"/>
              <a:gd name="csY167" fmla="*/ 260890 h 1458087"/>
              <a:gd name="csX168" fmla="*/ 2868740 w 3308032"/>
              <a:gd name="csY168" fmla="*/ 572643 h 1458087"/>
              <a:gd name="csX169" fmla="*/ 2957322 w 3308032"/>
              <a:gd name="csY169" fmla="*/ 572643 h 1458087"/>
              <a:gd name="csX170" fmla="*/ 2957322 w 3308032"/>
              <a:gd name="csY170" fmla="*/ 260890 h 1458087"/>
              <a:gd name="csX171" fmla="*/ 3105246 w 3308032"/>
              <a:gd name="csY171" fmla="*/ 260890 h 1458087"/>
              <a:gd name="csX172" fmla="*/ 3105246 w 3308032"/>
              <a:gd name="csY172" fmla="*/ 469297 h 1458087"/>
              <a:gd name="csX173" fmla="*/ 3133535 w 3308032"/>
              <a:gd name="csY173" fmla="*/ 553022 h 1458087"/>
              <a:gd name="csX174" fmla="*/ 3218021 w 3308032"/>
              <a:gd name="csY174" fmla="*/ 581692 h 1458087"/>
              <a:gd name="csX175" fmla="*/ 3269171 w 3308032"/>
              <a:gd name="csY175" fmla="*/ 574453 h 1458087"/>
              <a:gd name="csX176" fmla="*/ 3308033 w 3308032"/>
              <a:gd name="csY176" fmla="*/ 554926 h 1458087"/>
              <a:gd name="csX177" fmla="*/ 3280505 w 3308032"/>
              <a:gd name="csY177" fmla="*/ 494633 h 1458087"/>
              <a:gd name="csX178" fmla="*/ 301181 w 3308032"/>
              <a:gd name="csY178" fmla="*/ 915543 h 1458087"/>
              <a:gd name="csX179" fmla="*/ 497300 w 3308032"/>
              <a:gd name="csY179" fmla="*/ 1449134 h 1458087"/>
              <a:gd name="csX180" fmla="*/ 399860 w 3308032"/>
              <a:gd name="csY180" fmla="*/ 1449134 h 1458087"/>
              <a:gd name="csX181" fmla="*/ 354139 w 3308032"/>
              <a:gd name="csY181" fmla="*/ 1324166 h 1458087"/>
              <a:gd name="csX182" fmla="*/ 140970 w 3308032"/>
              <a:gd name="csY182" fmla="*/ 1324166 h 1458087"/>
              <a:gd name="csX183" fmla="*/ 97441 w 3308032"/>
              <a:gd name="csY183" fmla="*/ 1449134 h 1458087"/>
              <a:gd name="csX184" fmla="*/ 0 w 3308032"/>
              <a:gd name="csY184" fmla="*/ 1449134 h 1458087"/>
              <a:gd name="csX185" fmla="*/ 197930 w 3308032"/>
              <a:gd name="csY185" fmla="*/ 915543 h 1458087"/>
              <a:gd name="csX186" fmla="*/ 301371 w 3308032"/>
              <a:gd name="csY186" fmla="*/ 915543 h 1458087"/>
              <a:gd name="csX187" fmla="*/ 329851 w 3308032"/>
              <a:gd name="csY187" fmla="*/ 1247108 h 1458087"/>
              <a:gd name="csX188" fmla="*/ 257651 w 3308032"/>
              <a:gd name="csY188" fmla="*/ 1037654 h 1458087"/>
              <a:gd name="csX189" fmla="*/ 252984 w 3308032"/>
              <a:gd name="csY189" fmla="*/ 1022795 h 1458087"/>
              <a:gd name="csX190" fmla="*/ 248317 w 3308032"/>
              <a:gd name="csY190" fmla="*/ 1006412 h 1458087"/>
              <a:gd name="csX191" fmla="*/ 246126 w 3308032"/>
              <a:gd name="csY191" fmla="*/ 1006412 h 1458087"/>
              <a:gd name="csX192" fmla="*/ 241459 w 3308032"/>
              <a:gd name="csY192" fmla="*/ 1022223 h 1458087"/>
              <a:gd name="csX193" fmla="*/ 236411 w 3308032"/>
              <a:gd name="csY193" fmla="*/ 1037654 h 1458087"/>
              <a:gd name="csX194" fmla="*/ 164973 w 3308032"/>
              <a:gd name="csY194" fmla="*/ 1247108 h 1458087"/>
              <a:gd name="csX195" fmla="*/ 329756 w 3308032"/>
              <a:gd name="csY195" fmla="*/ 1247108 h 1458087"/>
              <a:gd name="csX196" fmla="*/ 557403 w 3308032"/>
              <a:gd name="csY196" fmla="*/ 1449134 h 1458087"/>
              <a:gd name="csX197" fmla="*/ 648557 w 3308032"/>
              <a:gd name="csY197" fmla="*/ 1449134 h 1458087"/>
              <a:gd name="csX198" fmla="*/ 648557 w 3308032"/>
              <a:gd name="csY198" fmla="*/ 915543 h 1458087"/>
              <a:gd name="csX199" fmla="*/ 557403 w 3308032"/>
              <a:gd name="csY199" fmla="*/ 915543 h 1458087"/>
              <a:gd name="csX200" fmla="*/ 557403 w 3308032"/>
              <a:gd name="csY200" fmla="*/ 1449134 h 1458087"/>
              <a:gd name="csX201" fmla="*/ 1271778 w 3308032"/>
              <a:gd name="csY201" fmla="*/ 915543 h 1458087"/>
              <a:gd name="csX202" fmla="*/ 883730 w 3308032"/>
              <a:gd name="csY202" fmla="*/ 915543 h 1458087"/>
              <a:gd name="csX203" fmla="*/ 883730 w 3308032"/>
              <a:gd name="csY203" fmla="*/ 992600 h 1458087"/>
              <a:gd name="csX204" fmla="*/ 1031843 w 3308032"/>
              <a:gd name="csY204" fmla="*/ 992600 h 1458087"/>
              <a:gd name="csX205" fmla="*/ 1031843 w 3308032"/>
              <a:gd name="csY205" fmla="*/ 1449134 h 1458087"/>
              <a:gd name="csX206" fmla="*/ 1122998 w 3308032"/>
              <a:gd name="csY206" fmla="*/ 1449134 h 1458087"/>
              <a:gd name="csX207" fmla="*/ 1122998 w 3308032"/>
              <a:gd name="csY207" fmla="*/ 992600 h 1458087"/>
              <a:gd name="csX208" fmla="*/ 1271778 w 3308032"/>
              <a:gd name="csY208" fmla="*/ 992600 h 1458087"/>
              <a:gd name="csX209" fmla="*/ 1271778 w 3308032"/>
              <a:gd name="csY209" fmla="*/ 915543 h 1458087"/>
              <a:gd name="csX210" fmla="*/ 1581340 w 3308032"/>
              <a:gd name="csY210" fmla="*/ 1113854 h 1458087"/>
              <a:gd name="csX211" fmla="*/ 1633633 w 3308032"/>
              <a:gd name="csY211" fmla="*/ 1255205 h 1458087"/>
              <a:gd name="csX212" fmla="*/ 1578578 w 3308032"/>
              <a:gd name="csY212" fmla="*/ 1400842 h 1458087"/>
              <a:gd name="csX213" fmla="*/ 1433132 w 3308032"/>
              <a:gd name="csY213" fmla="*/ 1457992 h 1458087"/>
              <a:gd name="csX214" fmla="*/ 1288923 w 3308032"/>
              <a:gd name="csY214" fmla="*/ 1404747 h 1458087"/>
              <a:gd name="csX215" fmla="*/ 1235488 w 3308032"/>
              <a:gd name="csY215" fmla="*/ 1261491 h 1458087"/>
              <a:gd name="csX216" fmla="*/ 1292066 w 3308032"/>
              <a:gd name="csY216" fmla="*/ 1114711 h 1458087"/>
              <a:gd name="csX217" fmla="*/ 1438275 w 3308032"/>
              <a:gd name="csY217" fmla="*/ 1059085 h 1458087"/>
              <a:gd name="csX218" fmla="*/ 1581340 w 3308032"/>
              <a:gd name="csY218" fmla="*/ 1113758 h 1458087"/>
              <a:gd name="csX219" fmla="*/ 1542479 w 3308032"/>
              <a:gd name="csY219" fmla="*/ 1257491 h 1458087"/>
              <a:gd name="csX220" fmla="*/ 1514570 w 3308032"/>
              <a:gd name="csY220" fmla="*/ 1165955 h 1458087"/>
              <a:gd name="csX221" fmla="*/ 1436084 w 3308032"/>
              <a:gd name="csY221" fmla="*/ 1131380 h 1458087"/>
              <a:gd name="csX222" fmla="*/ 1356265 w 3308032"/>
              <a:gd name="csY222" fmla="*/ 1167098 h 1458087"/>
              <a:gd name="csX223" fmla="*/ 1326356 w 3308032"/>
              <a:gd name="csY223" fmla="*/ 1259777 h 1458087"/>
              <a:gd name="csX224" fmla="*/ 1355979 w 3308032"/>
              <a:gd name="csY224" fmla="*/ 1352455 h 1458087"/>
              <a:gd name="csX225" fmla="*/ 1436561 w 3308032"/>
              <a:gd name="csY225" fmla="*/ 1386269 h 1458087"/>
              <a:gd name="csX226" fmla="*/ 1514856 w 3308032"/>
              <a:gd name="csY226" fmla="*/ 1351312 h 1458087"/>
              <a:gd name="csX227" fmla="*/ 1542574 w 3308032"/>
              <a:gd name="csY227" fmla="*/ 1257586 h 1458087"/>
              <a:gd name="csX228" fmla="*/ 1951577 w 3308032"/>
              <a:gd name="csY228" fmla="*/ 1285399 h 1458087"/>
              <a:gd name="csX229" fmla="*/ 1926622 w 3308032"/>
              <a:gd name="csY229" fmla="*/ 1357598 h 1458087"/>
              <a:gd name="csX230" fmla="*/ 1862233 w 3308032"/>
              <a:gd name="csY230" fmla="*/ 1386269 h 1458087"/>
              <a:gd name="csX231" fmla="*/ 1805273 w 3308032"/>
              <a:gd name="csY231" fmla="*/ 1362266 h 1458087"/>
              <a:gd name="csX232" fmla="*/ 1787081 w 3308032"/>
              <a:gd name="csY232" fmla="*/ 1290638 h 1458087"/>
              <a:gd name="csX233" fmla="*/ 1787081 w 3308032"/>
              <a:gd name="csY233" fmla="*/ 1068134 h 1458087"/>
              <a:gd name="csX234" fmla="*/ 1698498 w 3308032"/>
              <a:gd name="csY234" fmla="*/ 1068134 h 1458087"/>
              <a:gd name="csX235" fmla="*/ 1698498 w 3308032"/>
              <a:gd name="csY235" fmla="*/ 1302544 h 1458087"/>
              <a:gd name="csX236" fmla="*/ 1732502 w 3308032"/>
              <a:gd name="csY236" fmla="*/ 1418463 h 1458087"/>
              <a:gd name="csX237" fmla="*/ 1833563 w 3308032"/>
              <a:gd name="csY237" fmla="*/ 1458087 h 1458087"/>
              <a:gd name="csX238" fmla="*/ 1899571 w 3308032"/>
              <a:gd name="csY238" fmla="*/ 1441514 h 1458087"/>
              <a:gd name="csX239" fmla="*/ 1949577 w 3308032"/>
              <a:gd name="csY239" fmla="*/ 1397413 h 1458087"/>
              <a:gd name="csX240" fmla="*/ 1951482 w 3308032"/>
              <a:gd name="csY240" fmla="*/ 1397413 h 1458087"/>
              <a:gd name="csX241" fmla="*/ 1951482 w 3308032"/>
              <a:gd name="csY241" fmla="*/ 1449134 h 1458087"/>
              <a:gd name="csX242" fmla="*/ 2040446 w 3308032"/>
              <a:gd name="csY242" fmla="*/ 1449134 h 1458087"/>
              <a:gd name="csX243" fmla="*/ 2040446 w 3308032"/>
              <a:gd name="csY243" fmla="*/ 1068134 h 1458087"/>
              <a:gd name="csX244" fmla="*/ 1951482 w 3308032"/>
              <a:gd name="csY244" fmla="*/ 1068134 h 1458087"/>
              <a:gd name="csX245" fmla="*/ 1951482 w 3308032"/>
              <a:gd name="csY245" fmla="*/ 1285399 h 1458087"/>
              <a:gd name="csX246" fmla="*/ 2326767 w 3308032"/>
              <a:gd name="csY246" fmla="*/ 1061466 h 1458087"/>
              <a:gd name="csX247" fmla="*/ 2266474 w 3308032"/>
              <a:gd name="csY247" fmla="*/ 1080992 h 1458087"/>
              <a:gd name="csX248" fmla="*/ 2227040 w 3308032"/>
              <a:gd name="csY248" fmla="*/ 1136999 h 1458087"/>
              <a:gd name="csX249" fmla="*/ 2225516 w 3308032"/>
              <a:gd name="csY249" fmla="*/ 1136999 h 1458087"/>
              <a:gd name="csX250" fmla="*/ 2225516 w 3308032"/>
              <a:gd name="csY250" fmla="*/ 1068134 h 1458087"/>
              <a:gd name="csX251" fmla="*/ 2136553 w 3308032"/>
              <a:gd name="csY251" fmla="*/ 1068134 h 1458087"/>
              <a:gd name="csX252" fmla="*/ 2136553 w 3308032"/>
              <a:gd name="csY252" fmla="*/ 1449134 h 1458087"/>
              <a:gd name="csX253" fmla="*/ 2225516 w 3308032"/>
              <a:gd name="csY253" fmla="*/ 1449134 h 1458087"/>
              <a:gd name="csX254" fmla="*/ 2225516 w 3308032"/>
              <a:gd name="csY254" fmla="*/ 1260824 h 1458087"/>
              <a:gd name="csX255" fmla="*/ 2249138 w 3308032"/>
              <a:gd name="csY255" fmla="*/ 1172623 h 1458087"/>
              <a:gd name="csX256" fmla="*/ 2311051 w 3308032"/>
              <a:gd name="csY256" fmla="*/ 1139095 h 1458087"/>
              <a:gd name="csX257" fmla="*/ 2334292 w 3308032"/>
              <a:gd name="csY257" fmla="*/ 1141476 h 1458087"/>
              <a:gd name="csX258" fmla="*/ 2356104 w 3308032"/>
              <a:gd name="csY258" fmla="*/ 1147953 h 1458087"/>
              <a:gd name="csX259" fmla="*/ 2379917 w 3308032"/>
              <a:gd name="csY259" fmla="*/ 1072039 h 1458087"/>
              <a:gd name="csX260" fmla="*/ 2353532 w 3308032"/>
              <a:gd name="csY260" fmla="*/ 1063466 h 1458087"/>
              <a:gd name="csX261" fmla="*/ 2326767 w 3308032"/>
              <a:gd name="csY261" fmla="*/ 1061276 h 14580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</a:cxnLst>
            <a:rect l="l" t="t" r="r" b="b"/>
            <a:pathLst>
              <a:path w="3308032" h="1458087">
                <a:moveTo>
                  <a:pt x="542449" y="193548"/>
                </a:moveTo>
                <a:cubicBezTo>
                  <a:pt x="542830" y="180499"/>
                  <a:pt x="543116" y="165735"/>
                  <a:pt x="543401" y="149066"/>
                </a:cubicBezTo>
                <a:lnTo>
                  <a:pt x="541211" y="149066"/>
                </a:lnTo>
                <a:cubicBezTo>
                  <a:pt x="539020" y="156496"/>
                  <a:pt x="536829" y="162973"/>
                  <a:pt x="534924" y="168593"/>
                </a:cubicBezTo>
                <a:cubicBezTo>
                  <a:pt x="532924" y="174212"/>
                  <a:pt x="530733" y="180118"/>
                  <a:pt x="528257" y="186309"/>
                </a:cubicBezTo>
                <a:lnTo>
                  <a:pt x="374618" y="572929"/>
                </a:lnTo>
                <a:lnTo>
                  <a:pt x="310229" y="572929"/>
                </a:lnTo>
                <a:lnTo>
                  <a:pt x="155448" y="189738"/>
                </a:lnTo>
                <a:cubicBezTo>
                  <a:pt x="153448" y="184023"/>
                  <a:pt x="151447" y="178308"/>
                  <a:pt x="149352" y="172402"/>
                </a:cubicBezTo>
                <a:cubicBezTo>
                  <a:pt x="147257" y="166592"/>
                  <a:pt x="144589" y="158782"/>
                  <a:pt x="141351" y="149162"/>
                </a:cubicBezTo>
                <a:lnTo>
                  <a:pt x="139160" y="149162"/>
                </a:lnTo>
                <a:cubicBezTo>
                  <a:pt x="139637" y="164592"/>
                  <a:pt x="140018" y="180118"/>
                  <a:pt x="140303" y="195834"/>
                </a:cubicBezTo>
                <a:cubicBezTo>
                  <a:pt x="140589" y="211550"/>
                  <a:pt x="140684" y="228505"/>
                  <a:pt x="140684" y="246602"/>
                </a:cubicBezTo>
                <a:lnTo>
                  <a:pt x="140684" y="572929"/>
                </a:lnTo>
                <a:lnTo>
                  <a:pt x="55817" y="572929"/>
                </a:lnTo>
                <a:lnTo>
                  <a:pt x="55817" y="39338"/>
                </a:lnTo>
                <a:lnTo>
                  <a:pt x="185642" y="39338"/>
                </a:lnTo>
                <a:lnTo>
                  <a:pt x="322231" y="383477"/>
                </a:lnTo>
                <a:cubicBezTo>
                  <a:pt x="327470" y="396145"/>
                  <a:pt x="331565" y="406908"/>
                  <a:pt x="334709" y="415671"/>
                </a:cubicBezTo>
                <a:cubicBezTo>
                  <a:pt x="337852" y="424434"/>
                  <a:pt x="340805" y="434245"/>
                  <a:pt x="343853" y="444913"/>
                </a:cubicBezTo>
                <a:lnTo>
                  <a:pt x="346043" y="444913"/>
                </a:lnTo>
                <a:cubicBezTo>
                  <a:pt x="350520" y="433007"/>
                  <a:pt x="354520" y="422243"/>
                  <a:pt x="358140" y="412528"/>
                </a:cubicBezTo>
                <a:cubicBezTo>
                  <a:pt x="361760" y="402812"/>
                  <a:pt x="365474" y="392811"/>
                  <a:pt x="369475" y="382429"/>
                </a:cubicBezTo>
                <a:lnTo>
                  <a:pt x="507873" y="39338"/>
                </a:lnTo>
                <a:lnTo>
                  <a:pt x="632555" y="39338"/>
                </a:lnTo>
                <a:lnTo>
                  <a:pt x="632555" y="572929"/>
                </a:lnTo>
                <a:lnTo>
                  <a:pt x="542163" y="572929"/>
                </a:lnTo>
                <a:lnTo>
                  <a:pt x="542163" y="234315"/>
                </a:lnTo>
                <a:cubicBezTo>
                  <a:pt x="542163" y="220218"/>
                  <a:pt x="542354" y="206597"/>
                  <a:pt x="542735" y="193548"/>
                </a:cubicBezTo>
                <a:close/>
                <a:moveTo>
                  <a:pt x="768001" y="14383"/>
                </a:moveTo>
                <a:cubicBezTo>
                  <a:pt x="751904" y="14383"/>
                  <a:pt x="738759" y="19431"/>
                  <a:pt x="728567" y="29623"/>
                </a:cubicBezTo>
                <a:cubicBezTo>
                  <a:pt x="718376" y="39815"/>
                  <a:pt x="713327" y="52292"/>
                  <a:pt x="713327" y="67247"/>
                </a:cubicBezTo>
                <a:cubicBezTo>
                  <a:pt x="713327" y="82201"/>
                  <a:pt x="718376" y="94488"/>
                  <a:pt x="728567" y="104966"/>
                </a:cubicBezTo>
                <a:cubicBezTo>
                  <a:pt x="738759" y="115538"/>
                  <a:pt x="751904" y="120777"/>
                  <a:pt x="768001" y="120777"/>
                </a:cubicBezTo>
                <a:cubicBezTo>
                  <a:pt x="784098" y="120777"/>
                  <a:pt x="798005" y="115729"/>
                  <a:pt x="808196" y="105537"/>
                </a:cubicBezTo>
                <a:cubicBezTo>
                  <a:pt x="818388" y="95345"/>
                  <a:pt x="823436" y="82677"/>
                  <a:pt x="823436" y="67627"/>
                </a:cubicBezTo>
                <a:cubicBezTo>
                  <a:pt x="823436" y="52578"/>
                  <a:pt x="818388" y="39815"/>
                  <a:pt x="808196" y="29718"/>
                </a:cubicBezTo>
                <a:cubicBezTo>
                  <a:pt x="798005" y="19526"/>
                  <a:pt x="784669" y="14478"/>
                  <a:pt x="768001" y="14478"/>
                </a:cubicBezTo>
                <a:close/>
                <a:moveTo>
                  <a:pt x="723329" y="572834"/>
                </a:moveTo>
                <a:lnTo>
                  <a:pt x="812292" y="572834"/>
                </a:lnTo>
                <a:lnTo>
                  <a:pt x="812292" y="191834"/>
                </a:lnTo>
                <a:lnTo>
                  <a:pt x="723329" y="191834"/>
                </a:lnTo>
                <a:lnTo>
                  <a:pt x="723329" y="572834"/>
                </a:lnTo>
                <a:close/>
                <a:moveTo>
                  <a:pt x="1079278" y="581787"/>
                </a:moveTo>
                <a:cubicBezTo>
                  <a:pt x="1112234" y="581787"/>
                  <a:pt x="1142238" y="575120"/>
                  <a:pt x="1169099" y="561689"/>
                </a:cubicBezTo>
                <a:cubicBezTo>
                  <a:pt x="1195959" y="548259"/>
                  <a:pt x="1217867" y="527876"/>
                  <a:pt x="1234726" y="500253"/>
                </a:cubicBezTo>
                <a:lnTo>
                  <a:pt x="1165860" y="461582"/>
                </a:lnTo>
                <a:cubicBezTo>
                  <a:pt x="1154716" y="478250"/>
                  <a:pt x="1142048" y="490061"/>
                  <a:pt x="1127951" y="497110"/>
                </a:cubicBezTo>
                <a:cubicBezTo>
                  <a:pt x="1113854" y="504158"/>
                  <a:pt x="1098328" y="507683"/>
                  <a:pt x="1081469" y="507683"/>
                </a:cubicBezTo>
                <a:cubicBezTo>
                  <a:pt x="1049179" y="507683"/>
                  <a:pt x="1023461" y="496919"/>
                  <a:pt x="1004126" y="475298"/>
                </a:cubicBezTo>
                <a:cubicBezTo>
                  <a:pt x="984790" y="453676"/>
                  <a:pt x="975074" y="423005"/>
                  <a:pt x="975074" y="383000"/>
                </a:cubicBezTo>
                <a:cubicBezTo>
                  <a:pt x="975074" y="342995"/>
                  <a:pt x="984885" y="311087"/>
                  <a:pt x="1004506" y="288512"/>
                </a:cubicBezTo>
                <a:cubicBezTo>
                  <a:pt x="1024128" y="265938"/>
                  <a:pt x="1048988" y="254699"/>
                  <a:pt x="1079278" y="254699"/>
                </a:cubicBezTo>
                <a:cubicBezTo>
                  <a:pt x="1096613" y="254699"/>
                  <a:pt x="1112044" y="258318"/>
                  <a:pt x="1125379" y="265462"/>
                </a:cubicBezTo>
                <a:cubicBezTo>
                  <a:pt x="1138809" y="272701"/>
                  <a:pt x="1151192" y="284798"/>
                  <a:pt x="1162622" y="301943"/>
                </a:cubicBezTo>
                <a:lnTo>
                  <a:pt x="1232535" y="267367"/>
                </a:lnTo>
                <a:cubicBezTo>
                  <a:pt x="1219105" y="239554"/>
                  <a:pt x="1199102" y="218599"/>
                  <a:pt x="1172432" y="204311"/>
                </a:cubicBezTo>
                <a:cubicBezTo>
                  <a:pt x="1145762" y="190024"/>
                  <a:pt x="1115663" y="182880"/>
                  <a:pt x="1082231" y="182880"/>
                </a:cubicBezTo>
                <a:cubicBezTo>
                  <a:pt x="1023652" y="182880"/>
                  <a:pt x="976027" y="201263"/>
                  <a:pt x="939356" y="238125"/>
                </a:cubicBezTo>
                <a:cubicBezTo>
                  <a:pt x="902589" y="274987"/>
                  <a:pt x="884301" y="325279"/>
                  <a:pt x="884301" y="389001"/>
                </a:cubicBezTo>
                <a:cubicBezTo>
                  <a:pt x="884301" y="447008"/>
                  <a:pt x="901541" y="493681"/>
                  <a:pt x="936022" y="528923"/>
                </a:cubicBezTo>
                <a:cubicBezTo>
                  <a:pt x="970502" y="564166"/>
                  <a:pt x="1018223" y="581787"/>
                  <a:pt x="1079278" y="581787"/>
                </a:cubicBezTo>
                <a:close/>
                <a:moveTo>
                  <a:pt x="1393031" y="384524"/>
                </a:moveTo>
                <a:cubicBezTo>
                  <a:pt x="1393031" y="348044"/>
                  <a:pt x="1400937" y="318707"/>
                  <a:pt x="1416653" y="296323"/>
                </a:cubicBezTo>
                <a:cubicBezTo>
                  <a:pt x="1432370" y="274034"/>
                  <a:pt x="1453039" y="262795"/>
                  <a:pt x="1478566" y="262795"/>
                </a:cubicBezTo>
                <a:cubicBezTo>
                  <a:pt x="1486757" y="262795"/>
                  <a:pt x="1494473" y="263557"/>
                  <a:pt x="1501807" y="265176"/>
                </a:cubicBezTo>
                <a:cubicBezTo>
                  <a:pt x="1509141" y="266795"/>
                  <a:pt x="1516380" y="268986"/>
                  <a:pt x="1523619" y="271653"/>
                </a:cubicBezTo>
                <a:lnTo>
                  <a:pt x="1547432" y="195739"/>
                </a:lnTo>
                <a:cubicBezTo>
                  <a:pt x="1538002" y="191548"/>
                  <a:pt x="1529239" y="188690"/>
                  <a:pt x="1521047" y="187166"/>
                </a:cubicBezTo>
                <a:cubicBezTo>
                  <a:pt x="1512856" y="185642"/>
                  <a:pt x="1503902" y="184975"/>
                  <a:pt x="1494282" y="184975"/>
                </a:cubicBezTo>
                <a:cubicBezTo>
                  <a:pt x="1471422" y="184975"/>
                  <a:pt x="1451324" y="191452"/>
                  <a:pt x="1433989" y="204502"/>
                </a:cubicBezTo>
                <a:cubicBezTo>
                  <a:pt x="1416653" y="217551"/>
                  <a:pt x="1403509" y="236220"/>
                  <a:pt x="1394555" y="260509"/>
                </a:cubicBezTo>
                <a:lnTo>
                  <a:pt x="1393031" y="260509"/>
                </a:lnTo>
                <a:lnTo>
                  <a:pt x="1393031" y="191643"/>
                </a:lnTo>
                <a:lnTo>
                  <a:pt x="1304068" y="191643"/>
                </a:lnTo>
                <a:lnTo>
                  <a:pt x="1304068" y="572643"/>
                </a:lnTo>
                <a:lnTo>
                  <a:pt x="1393031" y="572643"/>
                </a:lnTo>
                <a:lnTo>
                  <a:pt x="1393031" y="384334"/>
                </a:lnTo>
                <a:close/>
                <a:moveTo>
                  <a:pt x="1621917" y="528542"/>
                </a:moveTo>
                <a:cubicBezTo>
                  <a:pt x="1586294" y="493109"/>
                  <a:pt x="1568482" y="445294"/>
                  <a:pt x="1568482" y="385286"/>
                </a:cubicBezTo>
                <a:cubicBezTo>
                  <a:pt x="1568768" y="324517"/>
                  <a:pt x="1587532" y="275558"/>
                  <a:pt x="1625060" y="238506"/>
                </a:cubicBezTo>
                <a:cubicBezTo>
                  <a:pt x="1662494" y="201454"/>
                  <a:pt x="1711262" y="182880"/>
                  <a:pt x="1771269" y="182880"/>
                </a:cubicBezTo>
                <a:cubicBezTo>
                  <a:pt x="1831277" y="182880"/>
                  <a:pt x="1879473" y="201073"/>
                  <a:pt x="1914335" y="237554"/>
                </a:cubicBezTo>
                <a:cubicBezTo>
                  <a:pt x="1949196" y="274034"/>
                  <a:pt x="1966627" y="321183"/>
                  <a:pt x="1966627" y="378905"/>
                </a:cubicBezTo>
                <a:cubicBezTo>
                  <a:pt x="1966627" y="436626"/>
                  <a:pt x="1948244" y="486537"/>
                  <a:pt x="1911572" y="524542"/>
                </a:cubicBezTo>
                <a:cubicBezTo>
                  <a:pt x="1874901" y="562642"/>
                  <a:pt x="1826324" y="581692"/>
                  <a:pt x="1766126" y="581692"/>
                </a:cubicBezTo>
                <a:cubicBezTo>
                  <a:pt x="1705928" y="581692"/>
                  <a:pt x="1657540" y="563975"/>
                  <a:pt x="1621917" y="528447"/>
                </a:cubicBezTo>
                <a:close/>
                <a:moveTo>
                  <a:pt x="1659350" y="383477"/>
                </a:moveTo>
                <a:cubicBezTo>
                  <a:pt x="1659350" y="422720"/>
                  <a:pt x="1669256" y="453580"/>
                  <a:pt x="1688973" y="476155"/>
                </a:cubicBezTo>
                <a:cubicBezTo>
                  <a:pt x="1708690" y="498729"/>
                  <a:pt x="1735550" y="509969"/>
                  <a:pt x="1769555" y="509969"/>
                </a:cubicBezTo>
                <a:cubicBezTo>
                  <a:pt x="1803559" y="509969"/>
                  <a:pt x="1829372" y="498348"/>
                  <a:pt x="1847850" y="475012"/>
                </a:cubicBezTo>
                <a:cubicBezTo>
                  <a:pt x="1866329" y="451675"/>
                  <a:pt x="1875568" y="420434"/>
                  <a:pt x="1875568" y="381286"/>
                </a:cubicBezTo>
                <a:cubicBezTo>
                  <a:pt x="1875568" y="342138"/>
                  <a:pt x="1866233" y="312801"/>
                  <a:pt x="1847660" y="289750"/>
                </a:cubicBezTo>
                <a:cubicBezTo>
                  <a:pt x="1829086" y="266700"/>
                  <a:pt x="1802892" y="255175"/>
                  <a:pt x="1769174" y="255175"/>
                </a:cubicBezTo>
                <a:cubicBezTo>
                  <a:pt x="1735455" y="255175"/>
                  <a:pt x="1709357" y="267081"/>
                  <a:pt x="1689354" y="290894"/>
                </a:cubicBezTo>
                <a:cubicBezTo>
                  <a:pt x="1669352" y="314706"/>
                  <a:pt x="1659446" y="345567"/>
                  <a:pt x="1659446" y="383572"/>
                </a:cubicBezTo>
                <a:close/>
                <a:moveTo>
                  <a:pt x="2267426" y="547878"/>
                </a:moveTo>
                <a:cubicBezTo>
                  <a:pt x="2294477" y="525304"/>
                  <a:pt x="2308003" y="495681"/>
                  <a:pt x="2308003" y="458915"/>
                </a:cubicBezTo>
                <a:cubicBezTo>
                  <a:pt x="2308003" y="426149"/>
                  <a:pt x="2297621" y="399859"/>
                  <a:pt x="2276761" y="380048"/>
                </a:cubicBezTo>
                <a:cubicBezTo>
                  <a:pt x="2255901" y="360236"/>
                  <a:pt x="2224373" y="346710"/>
                  <a:pt x="2182273" y="339471"/>
                </a:cubicBezTo>
                <a:cubicBezTo>
                  <a:pt x="2155222" y="334232"/>
                  <a:pt x="2136839" y="328232"/>
                  <a:pt x="2127028" y="321278"/>
                </a:cubicBezTo>
                <a:cubicBezTo>
                  <a:pt x="2117217" y="314325"/>
                  <a:pt x="2112359" y="304705"/>
                  <a:pt x="2112359" y="292227"/>
                </a:cubicBezTo>
                <a:cubicBezTo>
                  <a:pt x="2112359" y="279749"/>
                  <a:pt x="2117027" y="269272"/>
                  <a:pt x="2126456" y="261366"/>
                </a:cubicBezTo>
                <a:cubicBezTo>
                  <a:pt x="2135886" y="253460"/>
                  <a:pt x="2149602" y="249460"/>
                  <a:pt x="2167795" y="249460"/>
                </a:cubicBezTo>
                <a:cubicBezTo>
                  <a:pt x="2184654" y="249460"/>
                  <a:pt x="2199227" y="252413"/>
                  <a:pt x="2211515" y="258413"/>
                </a:cubicBezTo>
                <a:cubicBezTo>
                  <a:pt x="2223802" y="264414"/>
                  <a:pt x="2235613" y="273272"/>
                  <a:pt x="2247043" y="285179"/>
                </a:cubicBezTo>
                <a:lnTo>
                  <a:pt x="2298764" y="238316"/>
                </a:lnTo>
                <a:cubicBezTo>
                  <a:pt x="2284381" y="219742"/>
                  <a:pt x="2265902" y="205835"/>
                  <a:pt x="2243328" y="196596"/>
                </a:cubicBezTo>
                <a:cubicBezTo>
                  <a:pt x="2220754" y="187452"/>
                  <a:pt x="2196465" y="182785"/>
                  <a:pt x="2170367" y="182785"/>
                </a:cubicBezTo>
                <a:cubicBezTo>
                  <a:pt x="2129695" y="182785"/>
                  <a:pt x="2095976" y="193358"/>
                  <a:pt x="2069211" y="214598"/>
                </a:cubicBezTo>
                <a:cubicBezTo>
                  <a:pt x="2042446" y="235839"/>
                  <a:pt x="2029015" y="264986"/>
                  <a:pt x="2029015" y="302228"/>
                </a:cubicBezTo>
                <a:cubicBezTo>
                  <a:pt x="2029015" y="331280"/>
                  <a:pt x="2038922" y="355664"/>
                  <a:pt x="2058638" y="375380"/>
                </a:cubicBezTo>
                <a:cubicBezTo>
                  <a:pt x="2078355" y="395097"/>
                  <a:pt x="2113121" y="409289"/>
                  <a:pt x="2163032" y="417957"/>
                </a:cubicBezTo>
                <a:cubicBezTo>
                  <a:pt x="2183321" y="421672"/>
                  <a:pt x="2198656" y="427673"/>
                  <a:pt x="2208943" y="435959"/>
                </a:cubicBezTo>
                <a:cubicBezTo>
                  <a:pt x="2219230" y="444246"/>
                  <a:pt x="2224373" y="454628"/>
                  <a:pt x="2224373" y="467011"/>
                </a:cubicBezTo>
                <a:cubicBezTo>
                  <a:pt x="2224373" y="482155"/>
                  <a:pt x="2218944" y="493871"/>
                  <a:pt x="2207990" y="502158"/>
                </a:cubicBezTo>
                <a:cubicBezTo>
                  <a:pt x="2197037" y="510445"/>
                  <a:pt x="2181797" y="514636"/>
                  <a:pt x="2162271" y="514636"/>
                </a:cubicBezTo>
                <a:cubicBezTo>
                  <a:pt x="2144935" y="514636"/>
                  <a:pt x="2128361" y="510730"/>
                  <a:pt x="2112645" y="502920"/>
                </a:cubicBezTo>
                <a:cubicBezTo>
                  <a:pt x="2096929" y="495109"/>
                  <a:pt x="2082070" y="482060"/>
                  <a:pt x="2068163" y="463677"/>
                </a:cubicBezTo>
                <a:lnTo>
                  <a:pt x="2014633" y="511683"/>
                </a:lnTo>
                <a:cubicBezTo>
                  <a:pt x="2028730" y="534543"/>
                  <a:pt x="2048828" y="551879"/>
                  <a:pt x="2074926" y="563785"/>
                </a:cubicBezTo>
                <a:cubicBezTo>
                  <a:pt x="2101025" y="575691"/>
                  <a:pt x="2129885" y="581692"/>
                  <a:pt x="2161604" y="581692"/>
                </a:cubicBezTo>
                <a:cubicBezTo>
                  <a:pt x="2205228" y="581692"/>
                  <a:pt x="2240566" y="570452"/>
                  <a:pt x="2267617" y="547878"/>
                </a:cubicBezTo>
                <a:close/>
                <a:moveTo>
                  <a:pt x="2717292" y="237554"/>
                </a:moveTo>
                <a:cubicBezTo>
                  <a:pt x="2752154" y="274034"/>
                  <a:pt x="2769584" y="321183"/>
                  <a:pt x="2769584" y="378905"/>
                </a:cubicBezTo>
                <a:cubicBezTo>
                  <a:pt x="2769584" y="436626"/>
                  <a:pt x="2751201" y="486537"/>
                  <a:pt x="2714530" y="524542"/>
                </a:cubicBezTo>
                <a:cubicBezTo>
                  <a:pt x="2677859" y="562642"/>
                  <a:pt x="2629281" y="581692"/>
                  <a:pt x="2569083" y="581692"/>
                </a:cubicBezTo>
                <a:cubicBezTo>
                  <a:pt x="2508885" y="581692"/>
                  <a:pt x="2460498" y="563975"/>
                  <a:pt x="2424875" y="528447"/>
                </a:cubicBezTo>
                <a:cubicBezTo>
                  <a:pt x="2389251" y="493014"/>
                  <a:pt x="2371439" y="445199"/>
                  <a:pt x="2371439" y="385191"/>
                </a:cubicBezTo>
                <a:cubicBezTo>
                  <a:pt x="2371725" y="324422"/>
                  <a:pt x="2390489" y="275463"/>
                  <a:pt x="2428018" y="238411"/>
                </a:cubicBezTo>
                <a:cubicBezTo>
                  <a:pt x="2465451" y="201359"/>
                  <a:pt x="2514219" y="182785"/>
                  <a:pt x="2574227" y="182785"/>
                </a:cubicBezTo>
                <a:cubicBezTo>
                  <a:pt x="2634234" y="182785"/>
                  <a:pt x="2682431" y="200977"/>
                  <a:pt x="2717292" y="237458"/>
                </a:cubicBezTo>
                <a:close/>
                <a:moveTo>
                  <a:pt x="2678430" y="381191"/>
                </a:moveTo>
                <a:cubicBezTo>
                  <a:pt x="2678430" y="343281"/>
                  <a:pt x="2669096" y="312706"/>
                  <a:pt x="2650522" y="289655"/>
                </a:cubicBezTo>
                <a:cubicBezTo>
                  <a:pt x="2631948" y="266605"/>
                  <a:pt x="2605754" y="255079"/>
                  <a:pt x="2572036" y="255079"/>
                </a:cubicBezTo>
                <a:cubicBezTo>
                  <a:pt x="2538317" y="255079"/>
                  <a:pt x="2512219" y="266986"/>
                  <a:pt x="2492216" y="290798"/>
                </a:cubicBezTo>
                <a:cubicBezTo>
                  <a:pt x="2472214" y="314611"/>
                  <a:pt x="2462308" y="345472"/>
                  <a:pt x="2462308" y="383477"/>
                </a:cubicBezTo>
                <a:cubicBezTo>
                  <a:pt x="2462308" y="421481"/>
                  <a:pt x="2472214" y="453580"/>
                  <a:pt x="2491931" y="476155"/>
                </a:cubicBezTo>
                <a:cubicBezTo>
                  <a:pt x="2511647" y="498729"/>
                  <a:pt x="2538508" y="509969"/>
                  <a:pt x="2572512" y="509969"/>
                </a:cubicBezTo>
                <a:cubicBezTo>
                  <a:pt x="2606516" y="509969"/>
                  <a:pt x="2632329" y="498348"/>
                  <a:pt x="2650808" y="475012"/>
                </a:cubicBezTo>
                <a:cubicBezTo>
                  <a:pt x="2669286" y="451675"/>
                  <a:pt x="2678525" y="420434"/>
                  <a:pt x="2678525" y="381286"/>
                </a:cubicBezTo>
                <a:close/>
                <a:moveTo>
                  <a:pt x="3280410" y="494729"/>
                </a:moveTo>
                <a:cubicBezTo>
                  <a:pt x="3272028" y="500634"/>
                  <a:pt x="3264313" y="504920"/>
                  <a:pt x="3257360" y="507397"/>
                </a:cubicBezTo>
                <a:cubicBezTo>
                  <a:pt x="3250406" y="509873"/>
                  <a:pt x="3243453" y="511112"/>
                  <a:pt x="3236500" y="511112"/>
                </a:cubicBezTo>
                <a:cubicBezTo>
                  <a:pt x="3223070" y="511112"/>
                  <a:pt x="3212687" y="506730"/>
                  <a:pt x="3205258" y="497872"/>
                </a:cubicBezTo>
                <a:cubicBezTo>
                  <a:pt x="3197829" y="489109"/>
                  <a:pt x="3194114" y="475393"/>
                  <a:pt x="3194114" y="456724"/>
                </a:cubicBezTo>
                <a:lnTo>
                  <a:pt x="3194114" y="260985"/>
                </a:lnTo>
                <a:lnTo>
                  <a:pt x="3291269" y="260985"/>
                </a:lnTo>
                <a:lnTo>
                  <a:pt x="3291269" y="191738"/>
                </a:lnTo>
                <a:lnTo>
                  <a:pt x="3194114" y="191738"/>
                </a:lnTo>
                <a:lnTo>
                  <a:pt x="3194114" y="82677"/>
                </a:lnTo>
                <a:lnTo>
                  <a:pt x="3105150" y="98298"/>
                </a:lnTo>
                <a:lnTo>
                  <a:pt x="3105150" y="191643"/>
                </a:lnTo>
                <a:lnTo>
                  <a:pt x="2957227" y="191643"/>
                </a:lnTo>
                <a:lnTo>
                  <a:pt x="2957227" y="130969"/>
                </a:lnTo>
                <a:cubicBezTo>
                  <a:pt x="2957227" y="111157"/>
                  <a:pt x="2961513" y="96202"/>
                  <a:pt x="2970086" y="86297"/>
                </a:cubicBezTo>
                <a:cubicBezTo>
                  <a:pt x="2978658" y="76391"/>
                  <a:pt x="2990850" y="71438"/>
                  <a:pt x="3006757" y="71438"/>
                </a:cubicBezTo>
                <a:cubicBezTo>
                  <a:pt x="3014948" y="71438"/>
                  <a:pt x="3022473" y="72581"/>
                  <a:pt x="3029236" y="74962"/>
                </a:cubicBezTo>
                <a:cubicBezTo>
                  <a:pt x="3036094" y="77343"/>
                  <a:pt x="3042666" y="80581"/>
                  <a:pt x="3049143" y="84868"/>
                </a:cubicBezTo>
                <a:lnTo>
                  <a:pt x="3085624" y="20479"/>
                </a:lnTo>
                <a:cubicBezTo>
                  <a:pt x="3072479" y="13525"/>
                  <a:pt x="3059049" y="8382"/>
                  <a:pt x="3045429" y="5048"/>
                </a:cubicBezTo>
                <a:cubicBezTo>
                  <a:pt x="3031808" y="1715"/>
                  <a:pt x="3017615" y="0"/>
                  <a:pt x="3003042" y="0"/>
                </a:cubicBezTo>
                <a:cubicBezTo>
                  <a:pt x="2960370" y="0"/>
                  <a:pt x="2927318" y="11621"/>
                  <a:pt x="2903887" y="34957"/>
                </a:cubicBezTo>
                <a:cubicBezTo>
                  <a:pt x="2880455" y="58293"/>
                  <a:pt x="2868740" y="90011"/>
                  <a:pt x="2868740" y="130207"/>
                </a:cubicBezTo>
                <a:lnTo>
                  <a:pt x="2868740" y="191643"/>
                </a:lnTo>
                <a:lnTo>
                  <a:pt x="2803970" y="191643"/>
                </a:lnTo>
                <a:lnTo>
                  <a:pt x="2803970" y="260890"/>
                </a:lnTo>
                <a:lnTo>
                  <a:pt x="2868740" y="260890"/>
                </a:lnTo>
                <a:lnTo>
                  <a:pt x="2868740" y="572643"/>
                </a:lnTo>
                <a:lnTo>
                  <a:pt x="2957322" y="572643"/>
                </a:lnTo>
                <a:lnTo>
                  <a:pt x="2957322" y="260890"/>
                </a:lnTo>
                <a:lnTo>
                  <a:pt x="3105246" y="260890"/>
                </a:lnTo>
                <a:lnTo>
                  <a:pt x="3105246" y="469297"/>
                </a:lnTo>
                <a:cubicBezTo>
                  <a:pt x="3105246" y="505968"/>
                  <a:pt x="3114675" y="533876"/>
                  <a:pt x="3133535" y="553022"/>
                </a:cubicBezTo>
                <a:cubicBezTo>
                  <a:pt x="3152394" y="572167"/>
                  <a:pt x="3180588" y="581692"/>
                  <a:pt x="3218021" y="581692"/>
                </a:cubicBezTo>
                <a:cubicBezTo>
                  <a:pt x="3236405" y="581692"/>
                  <a:pt x="3253454" y="579311"/>
                  <a:pt x="3269171" y="574453"/>
                </a:cubicBezTo>
                <a:cubicBezTo>
                  <a:pt x="3284887" y="569595"/>
                  <a:pt x="3297841" y="563118"/>
                  <a:pt x="3308033" y="554926"/>
                </a:cubicBezTo>
                <a:lnTo>
                  <a:pt x="3280505" y="494633"/>
                </a:lnTo>
                <a:close/>
                <a:moveTo>
                  <a:pt x="301181" y="915543"/>
                </a:moveTo>
                <a:lnTo>
                  <a:pt x="497300" y="1449134"/>
                </a:lnTo>
                <a:lnTo>
                  <a:pt x="399860" y="1449134"/>
                </a:lnTo>
                <a:lnTo>
                  <a:pt x="354139" y="1324166"/>
                </a:lnTo>
                <a:lnTo>
                  <a:pt x="140970" y="1324166"/>
                </a:lnTo>
                <a:lnTo>
                  <a:pt x="97441" y="1449134"/>
                </a:lnTo>
                <a:lnTo>
                  <a:pt x="0" y="1449134"/>
                </a:lnTo>
                <a:lnTo>
                  <a:pt x="197930" y="915543"/>
                </a:lnTo>
                <a:lnTo>
                  <a:pt x="301371" y="915543"/>
                </a:lnTo>
                <a:close/>
                <a:moveTo>
                  <a:pt x="329851" y="1247108"/>
                </a:moveTo>
                <a:lnTo>
                  <a:pt x="257651" y="1037654"/>
                </a:lnTo>
                <a:cubicBezTo>
                  <a:pt x="255937" y="1032224"/>
                  <a:pt x="254318" y="1027271"/>
                  <a:pt x="252984" y="1022795"/>
                </a:cubicBezTo>
                <a:cubicBezTo>
                  <a:pt x="251651" y="1018318"/>
                  <a:pt x="250031" y="1012888"/>
                  <a:pt x="248317" y="1006412"/>
                </a:cubicBezTo>
                <a:lnTo>
                  <a:pt x="246126" y="1006412"/>
                </a:lnTo>
                <a:cubicBezTo>
                  <a:pt x="244412" y="1012317"/>
                  <a:pt x="242792" y="1017651"/>
                  <a:pt x="241459" y="1022223"/>
                </a:cubicBezTo>
                <a:cubicBezTo>
                  <a:pt x="240125" y="1026795"/>
                  <a:pt x="238411" y="1031938"/>
                  <a:pt x="236411" y="1037654"/>
                </a:cubicBezTo>
                <a:lnTo>
                  <a:pt x="164973" y="1247108"/>
                </a:lnTo>
                <a:lnTo>
                  <a:pt x="329756" y="1247108"/>
                </a:lnTo>
                <a:close/>
                <a:moveTo>
                  <a:pt x="557403" y="1449134"/>
                </a:moveTo>
                <a:lnTo>
                  <a:pt x="648557" y="1449134"/>
                </a:lnTo>
                <a:lnTo>
                  <a:pt x="648557" y="915543"/>
                </a:lnTo>
                <a:lnTo>
                  <a:pt x="557403" y="915543"/>
                </a:lnTo>
                <a:lnTo>
                  <a:pt x="557403" y="1449134"/>
                </a:lnTo>
                <a:close/>
                <a:moveTo>
                  <a:pt x="1271778" y="915543"/>
                </a:moveTo>
                <a:lnTo>
                  <a:pt x="883730" y="915543"/>
                </a:lnTo>
                <a:lnTo>
                  <a:pt x="883730" y="992600"/>
                </a:lnTo>
                <a:lnTo>
                  <a:pt x="1031843" y="992600"/>
                </a:lnTo>
                <a:lnTo>
                  <a:pt x="1031843" y="1449134"/>
                </a:lnTo>
                <a:lnTo>
                  <a:pt x="1122998" y="1449134"/>
                </a:lnTo>
                <a:lnTo>
                  <a:pt x="1122998" y="992600"/>
                </a:lnTo>
                <a:lnTo>
                  <a:pt x="1271778" y="992600"/>
                </a:lnTo>
                <a:lnTo>
                  <a:pt x="1271778" y="915543"/>
                </a:lnTo>
                <a:close/>
                <a:moveTo>
                  <a:pt x="1581340" y="1113854"/>
                </a:moveTo>
                <a:cubicBezTo>
                  <a:pt x="1616202" y="1150334"/>
                  <a:pt x="1633633" y="1197483"/>
                  <a:pt x="1633633" y="1255205"/>
                </a:cubicBezTo>
                <a:cubicBezTo>
                  <a:pt x="1633633" y="1312926"/>
                  <a:pt x="1615250" y="1362837"/>
                  <a:pt x="1578578" y="1400842"/>
                </a:cubicBezTo>
                <a:cubicBezTo>
                  <a:pt x="1541812" y="1438942"/>
                  <a:pt x="1493330" y="1457992"/>
                  <a:pt x="1433132" y="1457992"/>
                </a:cubicBezTo>
                <a:cubicBezTo>
                  <a:pt x="1372934" y="1457992"/>
                  <a:pt x="1324547" y="1440275"/>
                  <a:pt x="1288923" y="1404747"/>
                </a:cubicBezTo>
                <a:cubicBezTo>
                  <a:pt x="1253300" y="1369314"/>
                  <a:pt x="1235488" y="1321499"/>
                  <a:pt x="1235488" y="1261491"/>
                </a:cubicBezTo>
                <a:cubicBezTo>
                  <a:pt x="1235774" y="1200722"/>
                  <a:pt x="1254538" y="1151763"/>
                  <a:pt x="1292066" y="1114711"/>
                </a:cubicBezTo>
                <a:cubicBezTo>
                  <a:pt x="1329500" y="1077659"/>
                  <a:pt x="1378268" y="1059085"/>
                  <a:pt x="1438275" y="1059085"/>
                </a:cubicBezTo>
                <a:cubicBezTo>
                  <a:pt x="1498283" y="1059085"/>
                  <a:pt x="1546479" y="1077278"/>
                  <a:pt x="1581340" y="1113758"/>
                </a:cubicBezTo>
                <a:close/>
                <a:moveTo>
                  <a:pt x="1542479" y="1257491"/>
                </a:moveTo>
                <a:cubicBezTo>
                  <a:pt x="1542479" y="1219581"/>
                  <a:pt x="1533144" y="1189006"/>
                  <a:pt x="1514570" y="1165955"/>
                </a:cubicBezTo>
                <a:cubicBezTo>
                  <a:pt x="1495997" y="1142905"/>
                  <a:pt x="1469803" y="1131380"/>
                  <a:pt x="1436084" y="1131380"/>
                </a:cubicBezTo>
                <a:cubicBezTo>
                  <a:pt x="1402366" y="1131380"/>
                  <a:pt x="1376267" y="1143286"/>
                  <a:pt x="1356265" y="1167098"/>
                </a:cubicBezTo>
                <a:cubicBezTo>
                  <a:pt x="1336262" y="1190911"/>
                  <a:pt x="1326356" y="1221772"/>
                  <a:pt x="1326356" y="1259777"/>
                </a:cubicBezTo>
                <a:cubicBezTo>
                  <a:pt x="1326356" y="1297781"/>
                  <a:pt x="1336262" y="1329881"/>
                  <a:pt x="1355979" y="1352455"/>
                </a:cubicBezTo>
                <a:cubicBezTo>
                  <a:pt x="1375696" y="1375029"/>
                  <a:pt x="1402556" y="1386269"/>
                  <a:pt x="1436561" y="1386269"/>
                </a:cubicBezTo>
                <a:cubicBezTo>
                  <a:pt x="1470565" y="1386269"/>
                  <a:pt x="1496378" y="1374648"/>
                  <a:pt x="1514856" y="1351312"/>
                </a:cubicBezTo>
                <a:cubicBezTo>
                  <a:pt x="1533335" y="1327976"/>
                  <a:pt x="1542574" y="1296734"/>
                  <a:pt x="1542574" y="1257586"/>
                </a:cubicBezTo>
                <a:close/>
                <a:moveTo>
                  <a:pt x="1951577" y="1285399"/>
                </a:moveTo>
                <a:cubicBezTo>
                  <a:pt x="1951577" y="1314450"/>
                  <a:pt x="1943290" y="1338453"/>
                  <a:pt x="1926622" y="1357598"/>
                </a:cubicBezTo>
                <a:cubicBezTo>
                  <a:pt x="1910048" y="1376744"/>
                  <a:pt x="1888522" y="1386269"/>
                  <a:pt x="1862233" y="1386269"/>
                </a:cubicBezTo>
                <a:cubicBezTo>
                  <a:pt x="1835944" y="1386269"/>
                  <a:pt x="1817465" y="1378268"/>
                  <a:pt x="1805273" y="1362266"/>
                </a:cubicBezTo>
                <a:cubicBezTo>
                  <a:pt x="1793081" y="1346264"/>
                  <a:pt x="1787081" y="1322356"/>
                  <a:pt x="1787081" y="1290638"/>
                </a:cubicBezTo>
                <a:lnTo>
                  <a:pt x="1787081" y="1068134"/>
                </a:lnTo>
                <a:lnTo>
                  <a:pt x="1698498" y="1068134"/>
                </a:lnTo>
                <a:lnTo>
                  <a:pt x="1698498" y="1302544"/>
                </a:lnTo>
                <a:cubicBezTo>
                  <a:pt x="1698498" y="1353407"/>
                  <a:pt x="1709833" y="1391984"/>
                  <a:pt x="1732502" y="1418463"/>
                </a:cubicBezTo>
                <a:cubicBezTo>
                  <a:pt x="1755172" y="1444943"/>
                  <a:pt x="1788890" y="1458087"/>
                  <a:pt x="1833563" y="1458087"/>
                </a:cubicBezTo>
                <a:cubicBezTo>
                  <a:pt x="1856423" y="1458087"/>
                  <a:pt x="1878425" y="1452563"/>
                  <a:pt x="1899571" y="1441514"/>
                </a:cubicBezTo>
                <a:cubicBezTo>
                  <a:pt x="1920716" y="1430465"/>
                  <a:pt x="1937480" y="1415796"/>
                  <a:pt x="1949577" y="1397413"/>
                </a:cubicBezTo>
                <a:lnTo>
                  <a:pt x="1951482" y="1397413"/>
                </a:lnTo>
                <a:lnTo>
                  <a:pt x="1951482" y="1449134"/>
                </a:lnTo>
                <a:lnTo>
                  <a:pt x="2040446" y="1449134"/>
                </a:lnTo>
                <a:lnTo>
                  <a:pt x="2040446" y="1068134"/>
                </a:lnTo>
                <a:lnTo>
                  <a:pt x="1951482" y="1068134"/>
                </a:lnTo>
                <a:lnTo>
                  <a:pt x="1951482" y="1285399"/>
                </a:lnTo>
                <a:close/>
                <a:moveTo>
                  <a:pt x="2326767" y="1061466"/>
                </a:moveTo>
                <a:cubicBezTo>
                  <a:pt x="2303907" y="1061466"/>
                  <a:pt x="2283809" y="1067943"/>
                  <a:pt x="2266474" y="1080992"/>
                </a:cubicBezTo>
                <a:cubicBezTo>
                  <a:pt x="2249138" y="1094042"/>
                  <a:pt x="2235994" y="1112711"/>
                  <a:pt x="2227040" y="1136999"/>
                </a:cubicBezTo>
                <a:lnTo>
                  <a:pt x="2225516" y="1136999"/>
                </a:lnTo>
                <a:lnTo>
                  <a:pt x="2225516" y="1068134"/>
                </a:lnTo>
                <a:lnTo>
                  <a:pt x="2136553" y="1068134"/>
                </a:lnTo>
                <a:lnTo>
                  <a:pt x="2136553" y="1449134"/>
                </a:lnTo>
                <a:lnTo>
                  <a:pt x="2225516" y="1449134"/>
                </a:lnTo>
                <a:lnTo>
                  <a:pt x="2225516" y="1260824"/>
                </a:lnTo>
                <a:cubicBezTo>
                  <a:pt x="2225516" y="1224344"/>
                  <a:pt x="2233422" y="1195007"/>
                  <a:pt x="2249138" y="1172623"/>
                </a:cubicBezTo>
                <a:cubicBezTo>
                  <a:pt x="2264855" y="1150334"/>
                  <a:pt x="2285524" y="1139095"/>
                  <a:pt x="2311051" y="1139095"/>
                </a:cubicBezTo>
                <a:cubicBezTo>
                  <a:pt x="2319242" y="1139095"/>
                  <a:pt x="2326958" y="1139857"/>
                  <a:pt x="2334292" y="1141476"/>
                </a:cubicBezTo>
                <a:cubicBezTo>
                  <a:pt x="2341626" y="1143095"/>
                  <a:pt x="2348865" y="1145286"/>
                  <a:pt x="2356104" y="1147953"/>
                </a:cubicBezTo>
                <a:lnTo>
                  <a:pt x="2379917" y="1072039"/>
                </a:lnTo>
                <a:cubicBezTo>
                  <a:pt x="2370487" y="1067848"/>
                  <a:pt x="2361724" y="1064990"/>
                  <a:pt x="2353532" y="1063466"/>
                </a:cubicBezTo>
                <a:cubicBezTo>
                  <a:pt x="2345341" y="1061942"/>
                  <a:pt x="2336387" y="1061276"/>
                  <a:pt x="2326767" y="1061276"/>
                </a:cubicBezTo>
                <a:close/>
              </a:path>
            </a:pathLst>
          </a:custGeom>
          <a:gradFill>
            <a:gsLst>
              <a:gs pos="100000">
                <a:srgbClr val="0078D4"/>
              </a:gs>
              <a:gs pos="3000">
                <a:srgbClr val="463668"/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17" name="MS logo gray - EMF" descr="Microsoft logo, gray text version">
            <a:extLst>
              <a:ext uri="{FF2B5EF4-FFF2-40B4-BE49-F238E27FC236}">
                <a16:creationId xmlns:a16="http://schemas.microsoft.com/office/drawing/2014/main" id="{B605AFFB-ECC7-BC73-2966-D56BADE09BC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97868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584200" y="2425780"/>
            <a:ext cx="5943600" cy="1107996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84199" y="3962399"/>
            <a:ext cx="59436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MS logo gray - EMF" descr="Microsoft logo, gray text version">
            <a:extLst>
              <a:ext uri="{FF2B5EF4-FFF2-40B4-BE49-F238E27FC236}">
                <a16:creationId xmlns:a16="http://schemas.microsoft.com/office/drawing/2014/main" id="{B6A310A5-2746-FFC9-C289-A677D4E840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717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CE0119-F82F-75EF-0AAE-422A9B46340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74750" y="457200"/>
            <a:ext cx="11017250" cy="554038"/>
          </a:xfrm>
        </p:spPr>
        <p:txBody>
          <a:bodyPr>
            <a:normAutofit fontScale="90000"/>
          </a:bodyPr>
          <a:lstStyle/>
          <a:p>
            <a:r>
              <a:rPr lang="en-US" dirty="0">
                <a:noFill/>
              </a:rPr>
              <a:t>Microsoft AI Tour</a:t>
            </a:r>
          </a:p>
        </p:txBody>
      </p:sp>
    </p:spTree>
    <p:extLst>
      <p:ext uri="{BB962C8B-B14F-4D97-AF65-F5344CB8AC3E}">
        <p14:creationId xmlns:p14="http://schemas.microsoft.com/office/powerpoint/2010/main" val="10808578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265EF-CE90-333A-AE91-4F2DFE26B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302670"/>
            <a:ext cx="5577840" cy="1231106"/>
          </a:xfrm>
        </p:spPr>
        <p:txBody>
          <a:bodyPr/>
          <a:lstStyle/>
          <a:p>
            <a:r>
              <a:rPr lang="en-US" dirty="0"/>
              <a:t>PRESENTER READINESS</a:t>
            </a:r>
            <a:br>
              <a:rPr lang="en-US" dirty="0"/>
            </a:br>
            <a:r>
              <a:rPr lang="en-US" dirty="0"/>
              <a:t>Train the Trainer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A93F6-0237-907D-C0B7-ACABF04C7E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199" y="3962399"/>
            <a:ext cx="5577839" cy="276999"/>
          </a:xfrm>
        </p:spPr>
        <p:txBody>
          <a:bodyPr/>
          <a:lstStyle/>
          <a:p>
            <a:r>
              <a:rPr lang="en-GB" dirty="0"/>
              <a:t>Building &amp; Deploying AI Agents with Microsoft Foundry</a:t>
            </a:r>
          </a:p>
        </p:txBody>
      </p:sp>
    </p:spTree>
    <p:extLst>
      <p:ext uri="{BB962C8B-B14F-4D97-AF65-F5344CB8AC3E}">
        <p14:creationId xmlns:p14="http://schemas.microsoft.com/office/powerpoint/2010/main" val="143569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The workshop promise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What every attendee should leave able to 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82296" cy="233172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" y="274320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79806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715768"/>
            <a:ext cx="2350008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Discover + 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154680"/>
            <a:ext cx="2350008" cy="1545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Find a suitable hosted model in Foundry Toolkit, verify the project, and make a first Responses API call.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514600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43400" y="2514600"/>
            <a:ext cx="82296" cy="2331720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99432" y="274320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9432" y="279806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2715768"/>
            <a:ext cx="2350008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Analyze + govern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6088" y="3154680"/>
            <a:ext cx="2350008" cy="1545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Return structured sentiment JSON while routing regulated signals independently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514600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46720" y="2514600"/>
            <a:ext cx="82296" cy="233172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02752" y="274320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02752" y="279806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2715768"/>
            <a:ext cx="2350008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Test +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154680"/>
            <a:ext cx="2350008" cy="1545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Test locally in Agent Inspector, then publish Python source as a managed hosted agent with azd.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230368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DC4B4B"/>
                </a:solidFill>
                <a:latin typeface="Aptos"/>
              </a:rPr>
              <a:t>Foundation message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175504"/>
            <a:ext cx="86868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233970"/>
                </a:solidFill>
                <a:latin typeface="Aptos"/>
              </a:rPr>
              <a:t>The model supplies signals. Deterministic code owns the routing decision.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92082" y="719548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 dirty="0">
                <a:solidFill>
                  <a:srgbClr val="233970"/>
                </a:solidFill>
                <a:latin typeface="Aptos"/>
              </a:rPr>
              <a:t>Run of show: 75 minutes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997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" y="20826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1927221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3682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Caldova scenario + Microsoft Foundry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5855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27684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104" y="2613021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0540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Foundry Toolkit model catalog + playground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713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" y="34542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5104" y="32988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7398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Validate the pre-provisioned project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9571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41400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12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39846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4256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First inference with the Responses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6429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" y="48258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5104" y="46704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1114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Structured sentiment + governed routing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3287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6656" y="55116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53562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7972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Agent Inspector + hosted-agent deployment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60145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" y="61974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75104" y="60420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Close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Know the delivery environment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Skillable is pre-provisioned; self-paced setup is a different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5285232" cy="297180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82296" cy="297180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48097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In the live Skillable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063239"/>
            <a:ext cx="4809744" cy="21854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• Repo already cloned
• Foundry project already provisioned
• gpt-5.4-mini already deployed
• .env already configured
• Foundry Toolkit already installed
• Credentials supplied in the lab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423160"/>
            <a:ext cx="5285232" cy="297180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6208" y="2423160"/>
            <a:ext cx="82296" cy="297180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2624328"/>
            <a:ext cx="48097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For trainer rehearsal / self-study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063239"/>
            <a:ext cx="4809744" cy="21854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• Follow setup/SETUP.md
• Align Azure CLI and azd tenant + subscription
• Install microsoft.foundry extension bundle
• Confirm model quota before provisioning
• Run the offline validator
• Expect billable resources from azd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15000"/>
            <a:ext cx="103327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DC4B4B"/>
                </a:solidFill>
                <a:latin typeface="Aptos"/>
              </a:rPr>
              <a:t>Never show .env values, access tokens, passwords, or connection strings on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Presenter readiness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Complete this 24–48 hours before delivery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31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9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Run every core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459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Use the exact delivery tenant and machine.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331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2532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2459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Validate the seat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459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Validator ends with zero failures and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474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675887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602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Test both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602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First inference and local Agent Inspector.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474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675887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3602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Preflight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02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azd 1.27.1+, extension installed, auth aligned.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17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818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745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Stage fallbacks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745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Screenshots, known-good output, pre-deployed agent.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617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79" y="4745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Protect the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4745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Readable fonts, clean browser, no secrets.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Open with a clear 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Caldova needs insight and governed review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77440"/>
            <a:ext cx="2926080" cy="2880360"/>
          </a:xfrm>
          <a:prstGeom prst="roundRect">
            <a:avLst>
              <a:gd name="adj" fmla="val 8000"/>
            </a:avLst>
          </a:prstGeom>
          <a:solidFill>
            <a:srgbClr val="233970"/>
          </a:solidFill>
          <a:ln>
            <a:solidFill>
              <a:srgbClr val="233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23317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1B52F"/>
                </a:solidFill>
                <a:latin typeface="Aptos"/>
              </a:rPr>
              <a:t>YOU 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82112"/>
            <a:ext cx="242316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An AI developer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24528"/>
            <a:ext cx="23317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on Caldova’s commercial digital and customer engagement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87168"/>
            <a:ext cx="6858000" cy="28346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signal</a:t>
            </a:r>
            <a:r>
              <a:rPr sz="1700" b="0">
                <a:solidFill>
                  <a:srgbClr val="5B6578"/>
                </a:solidFill>
                <a:latin typeface="Aptos"/>
              </a:rPr>
              <a:t>  Consumer feedback arrives at scale across B2C channels.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task</a:t>
            </a:r>
            <a:r>
              <a:rPr sz="1700" b="0">
                <a:solidFill>
                  <a:srgbClr val="5B6578"/>
                </a:solidFill>
                <a:latin typeface="Aptos"/>
              </a:rPr>
              <a:t>  Classify sentiment and summarize topics consistently.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guardrail</a:t>
            </a:r>
            <a:r>
              <a:rPr sz="1700" b="0">
                <a:solidFill>
                  <a:srgbClr val="5B6578"/>
                </a:solidFill>
                <a:latin typeface="Aptos"/>
              </a:rPr>
              <a:t>  Route regulated signals to people, independently from sentiment.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finish</a:t>
            </a:r>
            <a:r>
              <a:rPr sz="1700" b="0">
                <a:solidFill>
                  <a:srgbClr val="5B6578"/>
                </a:solidFill>
                <a:latin typeface="Aptos"/>
              </a:rPr>
              <a:t>  Deploy the workflow as a callable hosted agent.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Labs 1–2: orient, then 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Keep the room moving; do not reprovision Skillable seats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23160"/>
            <a:ext cx="5257800" cy="306324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423160"/>
            <a:ext cx="82296" cy="306324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624328"/>
            <a:ext cx="478231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Lab 1 • Foundry Toolkit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63239"/>
            <a:ext cx="4782312" cy="22768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Show the Model Catalog under Developer Tools. Compare gpt-5.4-mini, gpt-5.4, and Phi-4 by capability, quality, latency, and cost. Use the Model Playground only if time permits.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423160"/>
            <a:ext cx="5257800" cy="306324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6208" y="2423160"/>
            <a:ext cx="82296" cy="306324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2624328"/>
            <a:ext cx="478231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Lab 2 •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063239"/>
            <a:ext cx="4782312" cy="22768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Confirm PROJECT_ENDPOINT and MODEL_DEPLOYMENT_NAME exist without revealing values. Run:
python -X utf8 src/tests/validate_lab.py
Proceed only when the result is PASS with zero failed checks.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Labs 3–4: from response to governed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Narrate the boundary between probabilistic output and deterministic 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1938528" cy="146304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4F57D4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1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Model catalog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2560320"/>
            <a:ext cx="1938528" cy="146304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7E74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2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Project +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184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12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12080" y="2560320"/>
            <a:ext cx="1938528" cy="146304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58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42432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CONNECT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Responses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87183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98079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8079" y="2560320"/>
            <a:ext cx="1938528" cy="146304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44383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1B52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GOVERN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JSON +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3184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0" y="2560320"/>
            <a:ext cx="1938528" cy="146304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0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DC4B4B"/>
                </a:solidFill>
                <a:latin typeface="Apto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Hosted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10515600" cy="10515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4F57D4"/>
                </a:solidFill>
                <a:latin typeface="Aptos"/>
              </a:rPr>
              <a:t>Lab 3</a:t>
            </a:r>
            <a:r>
              <a:rPr sz="1600" b="0">
                <a:solidFill>
                  <a:srgbClr val="5B6578"/>
                </a:solidFill>
                <a:latin typeface="Aptos"/>
              </a:rPr>
              <a:t>  AIProjectClient → get_openai_client() → responses.create() → output_text + usage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F1B52F"/>
                </a:solidFill>
                <a:latin typeface="Aptos"/>
              </a:rPr>
              <a:t>Lab 4</a:t>
            </a:r>
            <a:r>
              <a:rPr sz="1600" b="0">
                <a:solidFill>
                  <a:srgbClr val="5B6578"/>
                </a:solidFill>
                <a:latin typeface="Aptos"/>
              </a:rPr>
              <a:t>  Structured JSON → conservative parsing → independent review_category → deterministic route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The safety point you must not skip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Sentiment and regulated review are independent signals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3200400" cy="260604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743200"/>
            <a:ext cx="2697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4F57D4"/>
                </a:solidFill>
                <a:latin typeface="Aptos"/>
              </a:rPr>
              <a:t>MODEL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73552"/>
            <a:ext cx="2377440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0">
                <a:solidFill>
                  <a:srgbClr val="233970"/>
                </a:solidFill>
                <a:latin typeface="Aptos"/>
              </a:rPr>
              <a:t>sentiment
confidence
topics
review_category
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3355848"/>
            <a:ext cx="6400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800" b="1">
                <a:solidFill>
                  <a:srgbClr val="00A6D6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468880"/>
            <a:ext cx="3200400" cy="260604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21808" y="2743200"/>
            <a:ext cx="2697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007E74"/>
                </a:solidFill>
                <a:latin typeface="Aptos"/>
              </a:rPr>
              <a:t>CODE DECIDES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383280"/>
            <a:ext cx="2468880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0">
                <a:solidFill>
                  <a:srgbClr val="233970"/>
                </a:solidFill>
                <a:latin typeface="Aptos"/>
              </a:rPr>
              <a:t>human review
dashboard
second look
fallback on malformed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55848"/>
            <a:ext cx="6400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800" b="1">
                <a:solidFill>
                  <a:srgbClr val="DC4B4B"/>
                </a:solidFill>
                <a:latin typeface="Aptos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2468880"/>
            <a:ext cx="2148840" cy="260604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55480" y="2743200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DC4B4B"/>
                </a:solidFill>
                <a:latin typeface="Aptos"/>
              </a:rPr>
              <a:t>NEVER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3401568"/>
            <a:ext cx="169164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0">
                <a:solidFill>
                  <a:srgbClr val="233970"/>
                </a:solidFill>
                <a:latin typeface="Aptos"/>
              </a:rPr>
              <a:t>causality
seriousness
diagnosis
treatment advice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Lab 6: local proof, then cloud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Direct-code deployment through the unified root azure.yaml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316736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16736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FoundryChatClient
ResponsesHostServer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62656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621024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21024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Test locally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F5 → Agent Inspector
valid JSON 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74336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66944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25312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25312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1536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azd up
first environment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78624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571232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29600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5824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azd ai agent show
status: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2912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875520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533888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33888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Invoke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2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azd ai agent invoke
remote smoke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321808"/>
            <a:ext cx="9784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DC4B4B"/>
                </a:solidFill>
                <a:latin typeface="Aptos"/>
              </a:rPr>
              <a:t>Use azd deploy only for later code-only updates. Cloud commands can create charges.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Troubleshooting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Read the exact error; fix the smallest failing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5B6578"/>
                </a:solidFill>
                <a:latin typeface="Aptos"/>
              </a:rPr>
              <a:t>SYMPTOM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2331720"/>
            <a:ext cx="3383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5B6578"/>
                </a:solidFill>
                <a:latin typeface="Aptos"/>
              </a:rPr>
              <a:t>LIKELY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3317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5B6578"/>
                </a:solidFill>
                <a:latin typeface="Aptos"/>
              </a:rPr>
              <a:t>NEXT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697480"/>
            <a:ext cx="10835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2834640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Validator fails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834640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Missing dependency or .env 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834640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Use validator guidance; do not expose values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300984"/>
            <a:ext cx="10835640" cy="566928"/>
          </a:xfrm>
          <a:prstGeom prst="rect">
            <a:avLst/>
          </a:prstGeom>
          <a:solidFill>
            <a:srgbClr val="DCF4FA"/>
          </a:solidFill>
          <a:ln>
            <a:solidFill>
              <a:srgbClr val="DC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438144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401 / 403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2112" y="3438144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Wrong auth context or RBAC propagation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438144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Align tenant/subscription; wait, then retry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04488"/>
            <a:ext cx="10835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041648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Model deployment 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82112" y="4041648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Quota or region availability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041648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Use the assigned Skillable project; escalate seat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507992"/>
            <a:ext cx="10835640" cy="566928"/>
          </a:xfrm>
          <a:prstGeom prst="rect">
            <a:avLst/>
          </a:prstGeom>
          <a:solidFill>
            <a:srgbClr val="DCF4FA"/>
          </a:solidFill>
          <a:ln>
            <a:solidFill>
              <a:srgbClr val="DC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4645152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Agent startup error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4645152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Agent requirements not installed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645152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pip install -r src/agent/requirements.txt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111496"/>
            <a:ext cx="10835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6384" y="5248656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azd deployment stalls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82112" y="5248656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First remote build still running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248656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Keep narrating; use staged output if needed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Protect the learning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Recovery options should preserve the concept, not just the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3438144" cy="260604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82296" cy="260604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624328"/>
            <a:ext cx="22951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If inference fails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1056" y="3063239"/>
            <a:ext cx="2295144" cy="18196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Show known-good output, explain output_text/status/usage, then let proctors repair affected seats while the room continues.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423160"/>
            <a:ext cx="3438144" cy="260604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70832" y="2423160"/>
            <a:ext cx="82296" cy="2606040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626864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26864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624328"/>
            <a:ext cx="22951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If deployment is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063239"/>
            <a:ext cx="2295144" cy="18196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Narrate remote build, managed runtime, identity, and versioning. Switch to a pre-deployed agent for the smoke test.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2423160"/>
            <a:ext cx="3438144" cy="260604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83296" y="2423160"/>
            <a:ext cx="82296" cy="260604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39327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9327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24328"/>
            <a:ext cx="22951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If a seat is blocked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3063239"/>
            <a:ext cx="2295144" cy="18196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Pair the attendee with a working neighbor or move them to observation mode. Log the seat issue for venue support.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468112"/>
            <a:ext cx="9875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DC4B4B"/>
                </a:solidFill>
                <a:latin typeface="Aptos"/>
              </a:rPr>
              <a:t>Do not spend more than five minutes on one seat while the full room waits.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Close on the complete journey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Catalog → project → inference → governed app → hosted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938528" cy="146304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4F57D4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1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Model catalog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2514600"/>
            <a:ext cx="1938528" cy="146304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7E74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2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Project +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184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12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12080" y="2514600"/>
            <a:ext cx="1938528" cy="146304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58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42432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CONNECT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Responses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87183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98079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8079" y="2514600"/>
            <a:ext cx="1938528" cy="146304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44383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1B52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GOVERN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JSON +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3184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0" y="2514600"/>
            <a:ext cx="1938528" cy="146304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0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DC4B4B"/>
                </a:solidFill>
                <a:latin typeface="Apto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Hosted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4279392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F1B52F"/>
                </a:solidFill>
                <a:latin typeface="Aptos"/>
              </a:rPr>
              <a:t>Self-paced extension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4206240"/>
            <a:ext cx="88696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5 compares gpt-5.4-mini and gpt-5.4; optional evaluations compare generated coverage with curated golden cases.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074920"/>
            <a:ext cx="10744200" cy="713232"/>
          </a:xfrm>
          <a:prstGeom prst="roundRect">
            <a:avLst>
              <a:gd name="adj" fmla="val 8000"/>
            </a:avLst>
          </a:prstGeom>
          <a:solidFill>
            <a:srgbClr val="233970"/>
          </a:solidFill>
          <a:ln>
            <a:solidFill>
              <a:srgbClr val="233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5321808"/>
            <a:ext cx="10378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Resource center: aka.ms/aitour27-resource-center   •   Community: aka.ms/MicrosoftFoundryDiscord-AITour27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BFE083-6F48-97C6-928D-AC622FDA3F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8263" y="-603693"/>
            <a:ext cx="11018520" cy="553998"/>
          </a:xfrm>
        </p:spPr>
        <p:txBody>
          <a:bodyPr vert="horz" wrap="square" lIns="0" tIns="0" rIns="0" bIns="0" rtlCol="0" anchor="b">
            <a:spAutoFit/>
          </a:bodyPr>
          <a:lstStyle/>
          <a:p>
            <a:r>
              <a:rPr lang="en-US" dirty="0"/>
              <a:t>Microsoft Logo</a:t>
            </a:r>
          </a:p>
        </p:txBody>
      </p:sp>
    </p:spTree>
    <p:extLst>
      <p:ext uri="{BB962C8B-B14F-4D97-AF65-F5344CB8AC3E}">
        <p14:creationId xmlns:p14="http://schemas.microsoft.com/office/powerpoint/2010/main" val="406108203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1039</Words>
  <Application>Microsoft Office PowerPoint</Application>
  <PresentationFormat>Widescreen</PresentationFormat>
  <Paragraphs>179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Segoe Sans Display Semibold</vt:lpstr>
      <vt:lpstr>Segoe UI</vt:lpstr>
      <vt:lpstr>Wingdings</vt:lpstr>
      <vt:lpstr>Office Theme</vt:lpstr>
      <vt:lpstr>Microsoft AI Tour</vt:lpstr>
      <vt:lpstr>PRESENTER READINESS Train the Trainer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Logo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Building &amp; Deploying AI Agents with Microsoft Foundry</dc:subject>
  <dc:creator>Microsoft AI Tour ILL335</dc:creator>
  <cp:keywords>Microsoft AI Tour FY27, ILL335, Microsoft Foundry</cp:keywords>
  <dc:description>generated using python-pptx</dc:description>
  <cp:lastModifiedBy>Lee Stott</cp:lastModifiedBy>
  <cp:revision>2</cp:revision>
  <dcterms:created xsi:type="dcterms:W3CDTF">2013-01-27T09:14:16Z</dcterms:created>
  <dcterms:modified xsi:type="dcterms:W3CDTF">2026-08-25T17:29:02Z</dcterms:modified>
  <cp:category/>
</cp:coreProperties>
</file>